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9B02A4-DC83-3AC9-067C-4A034F4B0F99}" v="165" dt="2024-11-11T06:10:50.7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al Rajput" userId="333a1de60efd8c4a" providerId="Windows Live" clId="Web-{EB9B02A4-DC83-3AC9-067C-4A034F4B0F99}"/>
    <pc:docChg chg="delSld modSld addMainMaster delMainMaster">
      <pc:chgData name="Vishal Rajput" userId="333a1de60efd8c4a" providerId="Windows Live" clId="Web-{EB9B02A4-DC83-3AC9-067C-4A034F4B0F99}" dt="2024-11-11T06:10:50.791" v="199" actId="20577"/>
      <pc:docMkLst>
        <pc:docMk/>
      </pc:docMkLst>
      <pc:sldChg chg="addSp delSp modSp mod setBg modClrScheme delDesignElem chgLayout">
        <pc:chgData name="Vishal Rajput" userId="333a1de60efd8c4a" providerId="Windows Live" clId="Web-{EB9B02A4-DC83-3AC9-067C-4A034F4B0F99}" dt="2024-11-11T06:09:37.586" v="184" actId="20577"/>
        <pc:sldMkLst>
          <pc:docMk/>
          <pc:sldMk cId="3362435202" sldId="256"/>
        </pc:sldMkLst>
        <pc:spChg chg="mod ord">
          <ac:chgData name="Vishal Rajput" userId="333a1de60efd8c4a" providerId="Windows Live" clId="Web-{EB9B02A4-DC83-3AC9-067C-4A034F4B0F99}" dt="2024-11-11T06:09:37.586" v="184" actId="20577"/>
          <ac:spMkLst>
            <pc:docMk/>
            <pc:sldMk cId="3362435202" sldId="256"/>
            <ac:spMk id="2" creationId="{00000000-0000-0000-0000-000000000000}"/>
          </ac:spMkLst>
        </pc:spChg>
        <pc:spChg chg="mod ord">
          <ac:chgData name="Vishal Rajput" userId="333a1de60efd8c4a" providerId="Windows Live" clId="Web-{EB9B02A4-DC83-3AC9-067C-4A034F4B0F99}" dt="2024-11-11T06:03:38.341" v="131"/>
          <ac:spMkLst>
            <pc:docMk/>
            <pc:sldMk cId="3362435202" sldId="256"/>
            <ac:spMk id="3" creationId="{00000000-0000-0000-0000-000000000000}"/>
          </ac:spMkLst>
        </pc:spChg>
        <pc:spChg chg="add del">
          <ac:chgData name="Vishal Rajput" userId="333a1de60efd8c4a" providerId="Windows Live" clId="Web-{EB9B02A4-DC83-3AC9-067C-4A034F4B0F99}" dt="2024-11-11T05:45:10.986" v="1"/>
          <ac:spMkLst>
            <pc:docMk/>
            <pc:sldMk cId="3362435202" sldId="256"/>
            <ac:spMk id="8" creationId="{FD4AD0ED-45F1-4AB2-8C18-7DED238A0FC1}"/>
          </ac:spMkLst>
        </pc:spChg>
        <pc:spChg chg="add del">
          <ac:chgData name="Vishal Rajput" userId="333a1de60efd8c4a" providerId="Windows Live" clId="Web-{EB9B02A4-DC83-3AC9-067C-4A034F4B0F99}" dt="2024-11-11T05:45:10.986" v="1"/>
          <ac:spMkLst>
            <pc:docMk/>
            <pc:sldMk cId="3362435202" sldId="256"/>
            <ac:spMk id="10" creationId="{B7430622-9855-482E-98A8-1FAECC90908E}"/>
          </ac:spMkLst>
        </pc:spChg>
        <pc:spChg chg="add del">
          <ac:chgData name="Vishal Rajput" userId="333a1de60efd8c4a" providerId="Windows Live" clId="Web-{EB9B02A4-DC83-3AC9-067C-4A034F4B0F99}" dt="2024-11-11T05:45:10.986" v="1"/>
          <ac:spMkLst>
            <pc:docMk/>
            <pc:sldMk cId="3362435202" sldId="256"/>
            <ac:spMk id="20" creationId="{73162FBC-1EE8-4355-8B2B-CB9A5B4BD576}"/>
          </ac:spMkLst>
        </pc:spChg>
        <pc:spChg chg="add del">
          <ac:chgData name="Vishal Rajput" userId="333a1de60efd8c4a" providerId="Windows Live" clId="Web-{EB9B02A4-DC83-3AC9-067C-4A034F4B0F99}" dt="2024-11-11T05:45:10.986" v="1"/>
          <ac:spMkLst>
            <pc:docMk/>
            <pc:sldMk cId="3362435202" sldId="256"/>
            <ac:spMk id="28" creationId="{26CE109B-4241-4CF1-B587-868774BB4464}"/>
          </ac:spMkLst>
        </pc:spChg>
        <pc:spChg chg="add del">
          <ac:chgData name="Vishal Rajput" userId="333a1de60efd8c4a" providerId="Windows Live" clId="Web-{EB9B02A4-DC83-3AC9-067C-4A034F4B0F99}" dt="2024-11-11T06:03:38.341" v="131"/>
          <ac:spMkLst>
            <pc:docMk/>
            <pc:sldMk cId="3362435202" sldId="256"/>
            <ac:spMk id="36" creationId="{D03D06D1-1C33-4DFA-B7B4-D5C4FC988404}"/>
          </ac:spMkLst>
        </pc:spChg>
        <pc:spChg chg="add del">
          <ac:chgData name="Vishal Rajput" userId="333a1de60efd8c4a" providerId="Windows Live" clId="Web-{EB9B02A4-DC83-3AC9-067C-4A034F4B0F99}" dt="2024-11-11T06:03:38.341" v="131"/>
          <ac:spMkLst>
            <pc:docMk/>
            <pc:sldMk cId="3362435202" sldId="256"/>
            <ac:spMk id="37" creationId="{5F38C4C7-BA32-4EA2-AC81-B4CB9A0CD5B4}"/>
          </ac:spMkLst>
        </pc:spChg>
        <pc:grpChg chg="add del">
          <ac:chgData name="Vishal Rajput" userId="333a1de60efd8c4a" providerId="Windows Live" clId="Web-{EB9B02A4-DC83-3AC9-067C-4A034F4B0F99}" dt="2024-11-11T05:45:10.986" v="1"/>
          <ac:grpSpMkLst>
            <pc:docMk/>
            <pc:sldMk cId="3362435202" sldId="256"/>
            <ac:grpSpMk id="12" creationId="{715C76D5-716D-420A-ABDC-55BF6D9ED2C2}"/>
          </ac:grpSpMkLst>
        </pc:grpChg>
        <pc:grpChg chg="add del">
          <ac:chgData name="Vishal Rajput" userId="333a1de60efd8c4a" providerId="Windows Live" clId="Web-{EB9B02A4-DC83-3AC9-067C-4A034F4B0F99}" dt="2024-11-11T05:45:10.986" v="1"/>
          <ac:grpSpMkLst>
            <pc:docMk/>
            <pc:sldMk cId="3362435202" sldId="256"/>
            <ac:grpSpMk id="22" creationId="{C2940EF9-7ECF-49BA-8F14-5EBC7ADE07FD}"/>
          </ac:grpSpMkLst>
        </pc:grpChg>
        <pc:grpChg chg="add del">
          <ac:chgData name="Vishal Rajput" userId="333a1de60efd8c4a" providerId="Windows Live" clId="Web-{EB9B02A4-DC83-3AC9-067C-4A034F4B0F99}" dt="2024-11-11T05:45:10.986" v="1"/>
          <ac:grpSpMkLst>
            <pc:docMk/>
            <pc:sldMk cId="3362435202" sldId="256"/>
            <ac:grpSpMk id="30" creationId="{DD107650-C271-404F-98D8-BB8E7E030643}"/>
          </ac:grpSpMkLst>
        </pc:grpChg>
        <pc:grpChg chg="add del">
          <ac:chgData name="Vishal Rajput" userId="333a1de60efd8c4a" providerId="Windows Live" clId="Web-{EB9B02A4-DC83-3AC9-067C-4A034F4B0F99}" dt="2024-11-11T06:03:38.341" v="131"/>
          <ac:grpSpMkLst>
            <pc:docMk/>
            <pc:sldMk cId="3362435202" sldId="256"/>
            <ac:grpSpMk id="38" creationId="{69F15C97-C578-44B1-A153-FAD83141149A}"/>
          </ac:grpSpMkLst>
        </pc:grpChg>
      </pc:sldChg>
      <pc:sldChg chg="addSp delSp modSp mod setBg modClrScheme setClrOvrMap delDesignElem chgLayout">
        <pc:chgData name="Vishal Rajput" userId="333a1de60efd8c4a" providerId="Windows Live" clId="Web-{EB9B02A4-DC83-3AC9-067C-4A034F4B0F99}" dt="2024-11-11T06:09:41.039" v="185" actId="20577"/>
        <pc:sldMkLst>
          <pc:docMk/>
          <pc:sldMk cId="3440902933" sldId="257"/>
        </pc:sldMkLst>
        <pc:spChg chg="mod ord">
          <ac:chgData name="Vishal Rajput" userId="333a1de60efd8c4a" providerId="Windows Live" clId="Web-{EB9B02A4-DC83-3AC9-067C-4A034F4B0F99}" dt="2024-11-11T06:09:41.039" v="185" actId="20577"/>
          <ac:spMkLst>
            <pc:docMk/>
            <pc:sldMk cId="3440902933" sldId="257"/>
            <ac:spMk id="2" creationId="{00000000-0000-0000-0000-000000000000}"/>
          </ac:spMkLst>
        </pc:spChg>
        <pc:spChg chg="mod ord">
          <ac:chgData name="Vishal Rajput" userId="333a1de60efd8c4a" providerId="Windows Live" clId="Web-{EB9B02A4-DC83-3AC9-067C-4A034F4B0F99}" dt="2024-11-11T06:03:38.341" v="131"/>
          <ac:spMkLst>
            <pc:docMk/>
            <pc:sldMk cId="3440902933" sldId="257"/>
            <ac:spMk id="3" creationId="{00000000-0000-0000-0000-000000000000}"/>
          </ac:spMkLst>
        </pc:spChg>
        <pc:spChg chg="add del">
          <ac:chgData name="Vishal Rajput" userId="333a1de60efd8c4a" providerId="Windows Live" clId="Web-{EB9B02A4-DC83-3AC9-067C-4A034F4B0F99}" dt="2024-11-11T06:03:38.341" v="131"/>
          <ac:spMkLst>
            <pc:docMk/>
            <pc:sldMk cId="3440902933" sldId="257"/>
            <ac:spMk id="8" creationId="{5FEF463D-EE6B-46FF-B7C7-74B09A96C8AB}"/>
          </ac:spMkLst>
        </pc:spChg>
        <pc:spChg chg="add del">
          <ac:chgData name="Vishal Rajput" userId="333a1de60efd8c4a" providerId="Windows Live" clId="Web-{EB9B02A4-DC83-3AC9-067C-4A034F4B0F99}" dt="2024-11-11T06:03:38.341" v="131"/>
          <ac:spMkLst>
            <pc:docMk/>
            <pc:sldMk cId="3440902933" sldId="257"/>
            <ac:spMk id="14" creationId="{30B5ED20-499B-41E7-95BE-8BBD3131456F}"/>
          </ac:spMkLst>
        </pc:spChg>
        <pc:spChg chg="add del">
          <ac:chgData name="Vishal Rajput" userId="333a1de60efd8c4a" providerId="Windows Live" clId="Web-{EB9B02A4-DC83-3AC9-067C-4A034F4B0F99}" dt="2024-11-11T06:03:38.341" v="131"/>
          <ac:spMkLst>
            <pc:docMk/>
            <pc:sldMk cId="3440902933" sldId="257"/>
            <ac:spMk id="16" creationId="{35A51D22-76EA-4C70-B5C9-ED3946924CB7}"/>
          </ac:spMkLst>
        </pc:spChg>
        <pc:grpChg chg="add del">
          <ac:chgData name="Vishal Rajput" userId="333a1de60efd8c4a" providerId="Windows Live" clId="Web-{EB9B02A4-DC83-3AC9-067C-4A034F4B0F99}" dt="2024-11-11T06:03:38.341" v="131"/>
          <ac:grpSpMkLst>
            <pc:docMk/>
            <pc:sldMk cId="3440902933" sldId="257"/>
            <ac:grpSpMk id="10" creationId="{11A27B3A-460C-4100-99B5-817F25979F6C}"/>
          </ac:grpSpMkLst>
        </pc:grpChg>
      </pc:sldChg>
      <pc:sldChg chg="addSp delSp modSp mod setBg modClrScheme setClrOvrMap delDesignElem chgLayout">
        <pc:chgData name="Vishal Rajput" userId="333a1de60efd8c4a" providerId="Windows Live" clId="Web-{EB9B02A4-DC83-3AC9-067C-4A034F4B0F99}" dt="2024-11-11T06:09:48.836" v="186" actId="20577"/>
        <pc:sldMkLst>
          <pc:docMk/>
          <pc:sldMk cId="1971483818" sldId="258"/>
        </pc:sldMkLst>
        <pc:spChg chg="mod ord">
          <ac:chgData name="Vishal Rajput" userId="333a1de60efd8c4a" providerId="Windows Live" clId="Web-{EB9B02A4-DC83-3AC9-067C-4A034F4B0F99}" dt="2024-11-11T06:09:48.836" v="186" actId="20577"/>
          <ac:spMkLst>
            <pc:docMk/>
            <pc:sldMk cId="1971483818" sldId="258"/>
            <ac:spMk id="2" creationId="{00000000-0000-0000-0000-000000000000}"/>
          </ac:spMkLst>
        </pc:spChg>
        <pc:spChg chg="mod ord">
          <ac:chgData name="Vishal Rajput" userId="333a1de60efd8c4a" providerId="Windows Live" clId="Web-{EB9B02A4-DC83-3AC9-067C-4A034F4B0F99}" dt="2024-11-11T06:09:28.929" v="182" actId="20577"/>
          <ac:spMkLst>
            <pc:docMk/>
            <pc:sldMk cId="1971483818" sldId="258"/>
            <ac:spMk id="3" creationId="{00000000-0000-0000-0000-000000000000}"/>
          </ac:spMkLst>
        </pc:spChg>
        <pc:spChg chg="add del">
          <ac:chgData name="Vishal Rajput" userId="333a1de60efd8c4a" providerId="Windows Live" clId="Web-{EB9B02A4-DC83-3AC9-067C-4A034F4B0F99}" dt="2024-11-11T06:03:38.341" v="131"/>
          <ac:spMkLst>
            <pc:docMk/>
            <pc:sldMk cId="1971483818" sldId="258"/>
            <ac:spMk id="8" creationId="{B95B9BA8-1D69-4796-85F5-B6D0BD52354B}"/>
          </ac:spMkLst>
        </pc:spChg>
        <pc:grpChg chg="add del">
          <ac:chgData name="Vishal Rajput" userId="333a1de60efd8c4a" providerId="Windows Live" clId="Web-{EB9B02A4-DC83-3AC9-067C-4A034F4B0F99}" dt="2024-11-11T06:03:38.341" v="131"/>
          <ac:grpSpMkLst>
            <pc:docMk/>
            <pc:sldMk cId="1971483818" sldId="258"/>
            <ac:grpSpMk id="10" creationId="{5F892E19-92E7-4BB2-8C3F-DBDFE8D9D324}"/>
          </ac:grpSpMkLst>
        </pc:grpChg>
      </pc:sldChg>
      <pc:sldChg chg="addSp delSp modSp mod setBg modClrScheme delDesignElem chgLayout">
        <pc:chgData name="Vishal Rajput" userId="333a1de60efd8c4a" providerId="Windows Live" clId="Web-{EB9B02A4-DC83-3AC9-067C-4A034F4B0F99}" dt="2024-11-11T06:09:53.055" v="187" actId="20577"/>
        <pc:sldMkLst>
          <pc:docMk/>
          <pc:sldMk cId="3742022467" sldId="259"/>
        </pc:sldMkLst>
        <pc:spChg chg="mod ord">
          <ac:chgData name="Vishal Rajput" userId="333a1de60efd8c4a" providerId="Windows Live" clId="Web-{EB9B02A4-DC83-3AC9-067C-4A034F4B0F99}" dt="2024-11-11T06:09:53.055" v="187" actId="20577"/>
          <ac:spMkLst>
            <pc:docMk/>
            <pc:sldMk cId="3742022467" sldId="259"/>
            <ac:spMk id="2" creationId="{00000000-0000-0000-0000-000000000000}"/>
          </ac:spMkLst>
        </pc:spChg>
        <pc:spChg chg="del">
          <ac:chgData name="Vishal Rajput" userId="333a1de60efd8c4a" providerId="Windows Live" clId="Web-{EB9B02A4-DC83-3AC9-067C-4A034F4B0F99}" dt="2024-11-11T05:45:54.441" v="5"/>
          <ac:spMkLst>
            <pc:docMk/>
            <pc:sldMk cId="3742022467" sldId="259"/>
            <ac:spMk id="3" creationId="{00000000-0000-0000-0000-000000000000}"/>
          </ac:spMkLst>
        </pc:spChg>
        <pc:spChg chg="add del">
          <ac:chgData name="Vishal Rajput" userId="333a1de60efd8c4a" providerId="Windows Live" clId="Web-{EB9B02A4-DC83-3AC9-067C-4A034F4B0F99}" dt="2024-11-11T05:46:28.676" v="7"/>
          <ac:spMkLst>
            <pc:docMk/>
            <pc:sldMk cId="3742022467" sldId="259"/>
            <ac:spMk id="10" creationId="{BACC6370-2D7E-4714-9D71-7542949D7D5D}"/>
          </ac:spMkLst>
        </pc:spChg>
        <pc:spChg chg="add del">
          <ac:chgData name="Vishal Rajput" userId="333a1de60efd8c4a" providerId="Windows Live" clId="Web-{EB9B02A4-DC83-3AC9-067C-4A034F4B0F99}" dt="2024-11-11T05:46:28.676" v="7"/>
          <ac:spMkLst>
            <pc:docMk/>
            <pc:sldMk cId="3742022467" sldId="259"/>
            <ac:spMk id="12" creationId="{F68B3F68-107C-434F-AA38-110D5EA91B85}"/>
          </ac:spMkLst>
        </pc:spChg>
        <pc:spChg chg="add del">
          <ac:chgData name="Vishal Rajput" userId="333a1de60efd8c4a" providerId="Windows Live" clId="Web-{EB9B02A4-DC83-3AC9-067C-4A034F4B0F99}" dt="2024-11-11T05:46:28.676" v="7"/>
          <ac:spMkLst>
            <pc:docMk/>
            <pc:sldMk cId="3742022467" sldId="259"/>
            <ac:spMk id="14" creationId="{AAD0DBB9-1A4B-4391-81D4-CB19F9AB918A}"/>
          </ac:spMkLst>
        </pc:spChg>
        <pc:spChg chg="add del">
          <ac:chgData name="Vishal Rajput" userId="333a1de60efd8c4a" providerId="Windows Live" clId="Web-{EB9B02A4-DC83-3AC9-067C-4A034F4B0F99}" dt="2024-11-11T05:46:28.676" v="7"/>
          <ac:spMkLst>
            <pc:docMk/>
            <pc:sldMk cId="3742022467" sldId="259"/>
            <ac:spMk id="16" creationId="{063BBA22-50EA-4C4D-BE05-F1CE4E63AA56}"/>
          </ac:spMkLst>
        </pc:spChg>
        <pc:spChg chg="add del">
          <ac:chgData name="Vishal Rajput" userId="333a1de60efd8c4a" providerId="Windows Live" clId="Web-{EB9B02A4-DC83-3AC9-067C-4A034F4B0F99}" dt="2024-11-11T06:03:38.341" v="131"/>
          <ac:spMkLst>
            <pc:docMk/>
            <pc:sldMk cId="3742022467" sldId="259"/>
            <ac:spMk id="32" creationId="{31293F9B-599E-4871-A414-757225FA346A}"/>
          </ac:spMkLst>
        </pc:spChg>
        <pc:spChg chg="add del">
          <ac:chgData name="Vishal Rajput" userId="333a1de60efd8c4a" providerId="Windows Live" clId="Web-{EB9B02A4-DC83-3AC9-067C-4A034F4B0F99}" dt="2024-11-11T06:03:38.341" v="131"/>
          <ac:spMkLst>
            <pc:docMk/>
            <pc:sldMk cId="3742022467" sldId="259"/>
            <ac:spMk id="33" creationId="{E5F17139-31EE-46AC-B04F-DBBD852DD6CB}"/>
          </ac:spMkLst>
        </pc:spChg>
        <pc:grpChg chg="add del">
          <ac:chgData name="Vishal Rajput" userId="333a1de60efd8c4a" providerId="Windows Live" clId="Web-{EB9B02A4-DC83-3AC9-067C-4A034F4B0F99}" dt="2024-11-11T06:03:38.341" v="131"/>
          <ac:grpSpMkLst>
            <pc:docMk/>
            <pc:sldMk cId="3742022467" sldId="259"/>
            <ac:grpSpMk id="18" creationId="{71A8B53C-ED2D-4081-AC0C-F87A9D4B3AFD}"/>
          </ac:grpSpMkLst>
        </pc:grpChg>
        <pc:grpChg chg="add del">
          <ac:chgData name="Vishal Rajput" userId="333a1de60efd8c4a" providerId="Windows Live" clId="Web-{EB9B02A4-DC83-3AC9-067C-4A034F4B0F99}" dt="2024-11-11T06:03:38.341" v="131"/>
          <ac:grpSpMkLst>
            <pc:docMk/>
            <pc:sldMk cId="3742022467" sldId="259"/>
            <ac:grpSpMk id="34" creationId="{53883AA7-7F86-41F8-A1D8-06E9886E7632}"/>
          </ac:grpSpMkLst>
        </pc:grpChg>
        <pc:graphicFrameChg chg="add mod modGraphic">
          <ac:chgData name="Vishal Rajput" userId="333a1de60efd8c4a" providerId="Windows Live" clId="Web-{EB9B02A4-DC83-3AC9-067C-4A034F4B0F99}" dt="2024-11-11T06:01:25.571" v="116"/>
          <ac:graphicFrameMkLst>
            <pc:docMk/>
            <pc:sldMk cId="3742022467" sldId="259"/>
            <ac:graphicFrameMk id="5" creationId="{5B03D9B4-EE93-2F32-6954-5CD7981B472F}"/>
          </ac:graphicFrameMkLst>
        </pc:graphicFrameChg>
      </pc:sldChg>
      <pc:sldChg chg="addSp delSp modSp mod setBg modClrScheme delDesignElem chgLayout">
        <pc:chgData name="Vishal Rajput" userId="333a1de60efd8c4a" providerId="Windows Live" clId="Web-{EB9B02A4-DC83-3AC9-067C-4A034F4B0F99}" dt="2024-11-11T06:09:59.415" v="188" actId="20577"/>
        <pc:sldMkLst>
          <pc:docMk/>
          <pc:sldMk cId="3345430433" sldId="260"/>
        </pc:sldMkLst>
        <pc:spChg chg="mod ord modVis">
          <ac:chgData name="Vishal Rajput" userId="333a1de60efd8c4a" providerId="Windows Live" clId="Web-{EB9B02A4-DC83-3AC9-067C-4A034F4B0F99}" dt="2024-11-11T06:09:59.415" v="188" actId="20577"/>
          <ac:spMkLst>
            <pc:docMk/>
            <pc:sldMk cId="3345430433" sldId="260"/>
            <ac:spMk id="2" creationId="{00000000-0000-0000-0000-000000000000}"/>
          </ac:spMkLst>
        </pc:spChg>
        <pc:spChg chg="mod ord">
          <ac:chgData name="Vishal Rajput" userId="333a1de60efd8c4a" providerId="Windows Live" clId="Web-{EB9B02A4-DC83-3AC9-067C-4A034F4B0F99}" dt="2024-11-11T06:03:38.341" v="131"/>
          <ac:spMkLst>
            <pc:docMk/>
            <pc:sldMk cId="3345430433" sldId="260"/>
            <ac:spMk id="3" creationId="{00000000-0000-0000-0000-000000000000}"/>
          </ac:spMkLst>
        </pc:spChg>
        <pc:spChg chg="add del">
          <ac:chgData name="Vishal Rajput" userId="333a1de60efd8c4a" providerId="Windows Live" clId="Web-{EB9B02A4-DC83-3AC9-067C-4A034F4B0F99}" dt="2024-11-11T05:47:49.600" v="18"/>
          <ac:spMkLst>
            <pc:docMk/>
            <pc:sldMk cId="3345430433" sldId="260"/>
            <ac:spMk id="12" creationId="{99F1FFA9-D672-408C-9220-ADEEC6ABDD09}"/>
          </ac:spMkLst>
        </pc:spChg>
        <pc:spChg chg="add del">
          <ac:chgData name="Vishal Rajput" userId="333a1de60efd8c4a" providerId="Windows Live" clId="Web-{EB9B02A4-DC83-3AC9-067C-4A034F4B0F99}" dt="2024-11-11T05:47:45.928" v="15"/>
          <ac:spMkLst>
            <pc:docMk/>
            <pc:sldMk cId="3345430433" sldId="260"/>
            <ac:spMk id="17" creationId="{620FDFD2-19AF-4124-A49A-BAC0929B1300}"/>
          </ac:spMkLst>
        </pc:spChg>
        <pc:spChg chg="add del">
          <ac:chgData name="Vishal Rajput" userId="333a1de60efd8c4a" providerId="Windows Live" clId="Web-{EB9B02A4-DC83-3AC9-067C-4A034F4B0F99}" dt="2024-11-11T05:47:49.569" v="17"/>
          <ac:spMkLst>
            <pc:docMk/>
            <pc:sldMk cId="3345430433" sldId="260"/>
            <ac:spMk id="23" creationId="{B95B9BA8-1D69-4796-85F5-B6D0BD52354B}"/>
          </ac:spMkLst>
        </pc:spChg>
        <pc:spChg chg="add del">
          <ac:chgData name="Vishal Rajput" userId="333a1de60efd8c4a" providerId="Windows Live" clId="Web-{EB9B02A4-DC83-3AC9-067C-4A034F4B0F99}" dt="2024-11-11T05:48:17.539" v="22"/>
          <ac:spMkLst>
            <pc:docMk/>
            <pc:sldMk cId="3345430433" sldId="260"/>
            <ac:spMk id="25" creationId="{D156AB4D-50E1-494A-A1FF-2E40CFD54D50}"/>
          </ac:spMkLst>
        </pc:spChg>
        <pc:spChg chg="add del">
          <ac:chgData name="Vishal Rajput" userId="333a1de60efd8c4a" providerId="Windows Live" clId="Web-{EB9B02A4-DC83-3AC9-067C-4A034F4B0F99}" dt="2024-11-11T05:48:17.539" v="22"/>
          <ac:spMkLst>
            <pc:docMk/>
            <pc:sldMk cId="3345430433" sldId="260"/>
            <ac:spMk id="26" creationId="{0D7B6173-1D58-48E2-83CF-37350F315F75}"/>
          </ac:spMkLst>
        </pc:spChg>
        <pc:spChg chg="add del">
          <ac:chgData name="Vishal Rajput" userId="333a1de60efd8c4a" providerId="Windows Live" clId="Web-{EB9B02A4-DC83-3AC9-067C-4A034F4B0F99}" dt="2024-11-11T05:48:17.539" v="22"/>
          <ac:spMkLst>
            <pc:docMk/>
            <pc:sldMk cId="3345430433" sldId="260"/>
            <ac:spMk id="27" creationId="{6121B454-D9CC-4D9A-BB90-D0243B527306}"/>
          </ac:spMkLst>
        </pc:spChg>
        <pc:spChg chg="add del">
          <ac:chgData name="Vishal Rajput" userId="333a1de60efd8c4a" providerId="Windows Live" clId="Web-{EB9B02A4-DC83-3AC9-067C-4A034F4B0F99}" dt="2024-11-11T05:48:17.539" v="22"/>
          <ac:spMkLst>
            <pc:docMk/>
            <pc:sldMk cId="3345430433" sldId="260"/>
            <ac:spMk id="28" creationId="{1A8FFABF-F1A6-4C80-A0A6-29F3162FEFFE}"/>
          </ac:spMkLst>
        </pc:spChg>
        <pc:spChg chg="add del">
          <ac:chgData name="Vishal Rajput" userId="333a1de60efd8c4a" providerId="Windows Live" clId="Web-{EB9B02A4-DC83-3AC9-067C-4A034F4B0F99}" dt="2024-11-11T05:48:17.523" v="21"/>
          <ac:spMkLst>
            <pc:docMk/>
            <pc:sldMk cId="3345430433" sldId="260"/>
            <ac:spMk id="33" creationId="{1EE70AE2-832E-4D1F-A983-946F2217D128}"/>
          </ac:spMkLst>
        </pc:spChg>
        <pc:spChg chg="add del">
          <ac:chgData name="Vishal Rajput" userId="333a1de60efd8c4a" providerId="Windows Live" clId="Web-{EB9B02A4-DC83-3AC9-067C-4A034F4B0F99}" dt="2024-11-11T05:49:19.775" v="32"/>
          <ac:spMkLst>
            <pc:docMk/>
            <pc:sldMk cId="3345430433" sldId="260"/>
            <ac:spMk id="37" creationId="{E656C08E-A84B-4C76-9D3B-46237B5A9751}"/>
          </ac:spMkLst>
        </pc:spChg>
        <pc:spChg chg="add del">
          <ac:chgData name="Vishal Rajput" userId="333a1de60efd8c4a" providerId="Windows Live" clId="Web-{EB9B02A4-DC83-3AC9-067C-4A034F4B0F99}" dt="2024-11-11T05:49:19.775" v="32"/>
          <ac:spMkLst>
            <pc:docMk/>
            <pc:sldMk cId="3345430433" sldId="260"/>
            <ac:spMk id="53" creationId="{5A0118C5-4F8D-4CF4-BADD-53FEACC6C42A}"/>
          </ac:spMkLst>
        </pc:spChg>
        <pc:spChg chg="add del">
          <ac:chgData name="Vishal Rajput" userId="333a1de60efd8c4a" providerId="Windows Live" clId="Web-{EB9B02A4-DC83-3AC9-067C-4A034F4B0F99}" dt="2024-11-11T05:49:19.775" v="32"/>
          <ac:spMkLst>
            <pc:docMk/>
            <pc:sldMk cId="3345430433" sldId="260"/>
            <ac:spMk id="54" creationId="{037C701E-5151-4086-9CF2-7F44AA38A6F5}"/>
          </ac:spMkLst>
        </pc:spChg>
        <pc:spChg chg="add del">
          <ac:chgData name="Vishal Rajput" userId="333a1de60efd8c4a" providerId="Windows Live" clId="Web-{EB9B02A4-DC83-3AC9-067C-4A034F4B0F99}" dt="2024-11-11T05:49:13.697" v="29"/>
          <ac:spMkLst>
            <pc:docMk/>
            <pc:sldMk cId="3345430433" sldId="260"/>
            <ac:spMk id="59" creationId="{2172A0AC-3DCE-4672-BCAF-28FEF91F6020}"/>
          </ac:spMkLst>
        </pc:spChg>
        <pc:spChg chg="add del">
          <ac:chgData name="Vishal Rajput" userId="333a1de60efd8c4a" providerId="Windows Live" clId="Web-{EB9B02A4-DC83-3AC9-067C-4A034F4B0F99}" dt="2024-11-11T05:49:13.697" v="29"/>
          <ac:spMkLst>
            <pc:docMk/>
            <pc:sldMk cId="3345430433" sldId="260"/>
            <ac:spMk id="61" creationId="{AE6F1C77-EDC9-4C5F-8C1C-62DD46BDA3C3}"/>
          </ac:spMkLst>
        </pc:spChg>
        <pc:spChg chg="add del">
          <ac:chgData name="Vishal Rajput" userId="333a1de60efd8c4a" providerId="Windows Live" clId="Web-{EB9B02A4-DC83-3AC9-067C-4A034F4B0F99}" dt="2024-11-11T05:49:19.744" v="31"/>
          <ac:spMkLst>
            <pc:docMk/>
            <pc:sldMk cId="3345430433" sldId="260"/>
            <ac:spMk id="63" creationId="{F6CA58B3-AFCC-4A40-9882-50D5080879B0}"/>
          </ac:spMkLst>
        </pc:spChg>
        <pc:spChg chg="add del">
          <ac:chgData name="Vishal Rajput" userId="333a1de60efd8c4a" providerId="Windows Live" clId="Web-{EB9B02A4-DC83-3AC9-067C-4A034F4B0F99}" dt="2024-11-11T05:49:19.744" v="31"/>
          <ac:spMkLst>
            <pc:docMk/>
            <pc:sldMk cId="3345430433" sldId="260"/>
            <ac:spMk id="64" creationId="{231BF440-39FA-4087-84CC-2EEC0BBDAF29}"/>
          </ac:spMkLst>
        </pc:spChg>
        <pc:spChg chg="add del">
          <ac:chgData name="Vishal Rajput" userId="333a1de60efd8c4a" providerId="Windows Live" clId="Web-{EB9B02A4-DC83-3AC9-067C-4A034F4B0F99}" dt="2024-11-11T05:49:19.744" v="31"/>
          <ac:spMkLst>
            <pc:docMk/>
            <pc:sldMk cId="3345430433" sldId="260"/>
            <ac:spMk id="65" creationId="{75C56826-D4E5-42ED-8529-079651CB3005}"/>
          </ac:spMkLst>
        </pc:spChg>
        <pc:spChg chg="add del">
          <ac:chgData name="Vishal Rajput" userId="333a1de60efd8c4a" providerId="Windows Live" clId="Web-{EB9B02A4-DC83-3AC9-067C-4A034F4B0F99}" dt="2024-11-11T05:49:19.744" v="31"/>
          <ac:spMkLst>
            <pc:docMk/>
            <pc:sldMk cId="3345430433" sldId="260"/>
            <ac:spMk id="66" creationId="{F04E4CBA-303B-48BD-8451-C2701CB0EEBF}"/>
          </ac:spMkLst>
        </pc:spChg>
        <pc:spChg chg="add del">
          <ac:chgData name="Vishal Rajput" userId="333a1de60efd8c4a" providerId="Windows Live" clId="Web-{EB9B02A4-DC83-3AC9-067C-4A034F4B0F99}" dt="2024-11-11T05:49:19.744" v="31"/>
          <ac:spMkLst>
            <pc:docMk/>
            <pc:sldMk cId="3345430433" sldId="260"/>
            <ac:spMk id="67" creationId="{82095FCE-EF05-4443-B97A-85DEE3A5CA17}"/>
          </ac:spMkLst>
        </pc:spChg>
        <pc:spChg chg="add del">
          <ac:chgData name="Vishal Rajput" userId="333a1de60efd8c4a" providerId="Windows Live" clId="Web-{EB9B02A4-DC83-3AC9-067C-4A034F4B0F99}" dt="2024-11-11T05:49:19.744" v="31"/>
          <ac:spMkLst>
            <pc:docMk/>
            <pc:sldMk cId="3345430433" sldId="260"/>
            <ac:spMk id="69" creationId="{CA00AE6B-AA30-4CF8-BA6F-339B780AD76C}"/>
          </ac:spMkLst>
        </pc:spChg>
        <pc:spChg chg="add del">
          <ac:chgData name="Vishal Rajput" userId="333a1de60efd8c4a" providerId="Windows Live" clId="Web-{EB9B02A4-DC83-3AC9-067C-4A034F4B0F99}" dt="2024-11-11T05:57:15.564" v="83"/>
          <ac:spMkLst>
            <pc:docMk/>
            <pc:sldMk cId="3345430433" sldId="260"/>
            <ac:spMk id="71" creationId="{0D7B6173-1D58-48E2-83CF-37350F315F75}"/>
          </ac:spMkLst>
        </pc:spChg>
        <pc:spChg chg="add del">
          <ac:chgData name="Vishal Rajput" userId="333a1de60efd8c4a" providerId="Windows Live" clId="Web-{EB9B02A4-DC83-3AC9-067C-4A034F4B0F99}" dt="2024-11-11T05:57:15.564" v="83"/>
          <ac:spMkLst>
            <pc:docMk/>
            <pc:sldMk cId="3345430433" sldId="260"/>
            <ac:spMk id="72" creationId="{6121B454-D9CC-4D9A-BB90-D0243B527306}"/>
          </ac:spMkLst>
        </pc:spChg>
        <pc:spChg chg="add del">
          <ac:chgData name="Vishal Rajput" userId="333a1de60efd8c4a" providerId="Windows Live" clId="Web-{EB9B02A4-DC83-3AC9-067C-4A034F4B0F99}" dt="2024-11-11T05:57:15.564" v="83"/>
          <ac:spMkLst>
            <pc:docMk/>
            <pc:sldMk cId="3345430433" sldId="260"/>
            <ac:spMk id="74" creationId="{1A8FFABF-F1A6-4C80-A0A6-29F3162FEFFE}"/>
          </ac:spMkLst>
        </pc:spChg>
        <pc:spChg chg="add del">
          <ac:chgData name="Vishal Rajput" userId="333a1de60efd8c4a" providerId="Windows Live" clId="Web-{EB9B02A4-DC83-3AC9-067C-4A034F4B0F99}" dt="2024-11-11T05:57:15.564" v="83"/>
          <ac:spMkLst>
            <pc:docMk/>
            <pc:sldMk cId="3345430433" sldId="260"/>
            <ac:spMk id="75" creationId="{D156AB4D-50E1-494A-A1FF-2E40CFD54D50}"/>
          </ac:spMkLst>
        </pc:spChg>
        <pc:spChg chg="add del mod modVis">
          <ac:chgData name="Vishal Rajput" userId="333a1de60efd8c4a" providerId="Windows Live" clId="Web-{EB9B02A4-DC83-3AC9-067C-4A034F4B0F99}" dt="2024-11-11T06:03:38.341" v="131"/>
          <ac:spMkLst>
            <pc:docMk/>
            <pc:sldMk cId="3345430433" sldId="260"/>
            <ac:spMk id="80" creationId="{489B7BFD-8F45-4093-AD9C-91B15B0503D9}"/>
          </ac:spMkLst>
        </pc:spChg>
        <pc:spChg chg="mod modVis">
          <ac:chgData name="Vishal Rajput" userId="333a1de60efd8c4a" providerId="Windows Live" clId="Web-{EB9B02A4-DC83-3AC9-067C-4A034F4B0F99}" dt="2024-11-11T05:59:26.380" v="107"/>
          <ac:spMkLst>
            <pc:docMk/>
            <pc:sldMk cId="3345430433" sldId="260"/>
            <ac:spMk id="83" creationId="{DC86CBC8-A814-4C0C-A287-7C549693D2E9}"/>
          </ac:spMkLst>
        </pc:spChg>
        <pc:spChg chg="mod modVis">
          <ac:chgData name="Vishal Rajput" userId="333a1de60efd8c4a" providerId="Windows Live" clId="Web-{EB9B02A4-DC83-3AC9-067C-4A034F4B0F99}" dt="2024-11-11T05:59:27.005" v="109"/>
          <ac:spMkLst>
            <pc:docMk/>
            <pc:sldMk cId="3345430433" sldId="260"/>
            <ac:spMk id="84" creationId="{6AA52F4F-14E6-402F-A196-668B9CA9BC62}"/>
          </ac:spMkLst>
        </pc:spChg>
        <pc:spChg chg="add del">
          <ac:chgData name="Vishal Rajput" userId="333a1de60efd8c4a" providerId="Windows Live" clId="Web-{EB9B02A4-DC83-3AC9-067C-4A034F4B0F99}" dt="2024-11-11T06:03:38.341" v="131"/>
          <ac:spMkLst>
            <pc:docMk/>
            <pc:sldMk cId="3345430433" sldId="260"/>
            <ac:spMk id="86" creationId="{4D4C00DC-4DC6-4CD2-9E31-F17E6CEBC5A6}"/>
          </ac:spMkLst>
        </pc:spChg>
        <pc:spChg chg="add del">
          <ac:chgData name="Vishal Rajput" userId="333a1de60efd8c4a" providerId="Windows Live" clId="Web-{EB9B02A4-DC83-3AC9-067C-4A034F4B0F99}" dt="2024-11-11T06:03:38.341" v="131"/>
          <ac:spMkLst>
            <pc:docMk/>
            <pc:sldMk cId="3345430433" sldId="260"/>
            <ac:spMk id="88" creationId="{F778F7C6-A4AB-4CBC-8CC6-19DF9EE963ED}"/>
          </ac:spMkLst>
        </pc:spChg>
        <pc:grpChg chg="add del">
          <ac:chgData name="Vishal Rajput" userId="333a1de60efd8c4a" providerId="Windows Live" clId="Web-{EB9B02A4-DC83-3AC9-067C-4A034F4B0F99}" dt="2024-11-11T05:47:45.928" v="15"/>
          <ac:grpSpMkLst>
            <pc:docMk/>
            <pc:sldMk cId="3345430433" sldId="260"/>
            <ac:grpSpMk id="19" creationId="{7F6F6FC6-9A5F-4E14-8105-15D94914A798}"/>
          </ac:grpSpMkLst>
        </pc:grpChg>
        <pc:grpChg chg="add del">
          <ac:chgData name="Vishal Rajput" userId="333a1de60efd8c4a" providerId="Windows Live" clId="Web-{EB9B02A4-DC83-3AC9-067C-4A034F4B0F99}" dt="2024-11-11T05:47:49.569" v="17"/>
          <ac:grpSpMkLst>
            <pc:docMk/>
            <pc:sldMk cId="3345430433" sldId="260"/>
            <ac:grpSpMk id="24" creationId="{364A290D-B7BC-40B4-AB97-0C801BCCE267}"/>
          </ac:grpSpMkLst>
        </pc:grpChg>
        <pc:grpChg chg="add del">
          <ac:chgData name="Vishal Rajput" userId="333a1de60efd8c4a" providerId="Windows Live" clId="Web-{EB9B02A4-DC83-3AC9-067C-4A034F4B0F99}" dt="2024-11-11T05:48:17.523" v="21"/>
          <ac:grpSpMkLst>
            <pc:docMk/>
            <pc:sldMk cId="3345430433" sldId="260"/>
            <ac:grpSpMk id="35" creationId="{7594B485-3656-43C7-AB7B-F237101E3282}"/>
          </ac:grpSpMkLst>
        </pc:grpChg>
        <pc:grpChg chg="add del">
          <ac:chgData name="Vishal Rajput" userId="333a1de60efd8c4a" providerId="Windows Live" clId="Web-{EB9B02A4-DC83-3AC9-067C-4A034F4B0F99}" dt="2024-11-11T05:49:19.775" v="32"/>
          <ac:grpSpMkLst>
            <pc:docMk/>
            <pc:sldMk cId="3345430433" sldId="260"/>
            <ac:grpSpMk id="39" creationId="{72FB3F6E-946C-4B30-8EAA-64FA3056D06D}"/>
          </ac:grpSpMkLst>
        </pc:grpChg>
        <pc:grpChg chg="add del mod modVis">
          <ac:chgData name="Vishal Rajput" userId="333a1de60efd8c4a" providerId="Windows Live" clId="Web-{EB9B02A4-DC83-3AC9-067C-4A034F4B0F99}" dt="2024-11-11T06:03:38.341" v="131"/>
          <ac:grpSpMkLst>
            <pc:docMk/>
            <pc:sldMk cId="3345430433" sldId="260"/>
            <ac:grpSpMk id="82" creationId="{66FB5A75-BDE2-4F12-A95B-C48788A7685C}"/>
          </ac:grpSpMkLst>
        </pc:grpChg>
        <pc:grpChg chg="add del mod ord modVis">
          <ac:chgData name="Vishal Rajput" userId="333a1de60efd8c4a" providerId="Windows Live" clId="Web-{EB9B02A4-DC83-3AC9-067C-4A034F4B0F99}" dt="2024-11-11T06:03:38.341" v="131"/>
          <ac:grpSpMkLst>
            <pc:docMk/>
            <pc:sldMk cId="3345430433" sldId="260"/>
            <ac:grpSpMk id="90" creationId="{63301095-70B2-49AA-8DA9-A35629AD621C}"/>
          </ac:grpSpMkLst>
        </pc:grpChg>
        <pc:picChg chg="mod ord">
          <ac:chgData name="Vishal Rajput" userId="333a1de60efd8c4a" providerId="Windows Live" clId="Web-{EB9B02A4-DC83-3AC9-067C-4A034F4B0F99}" dt="2024-11-11T05:58:27.238" v="94"/>
          <ac:picMkLst>
            <pc:docMk/>
            <pc:sldMk cId="3345430433" sldId="260"/>
            <ac:picMk id="6" creationId="{00000000-0000-0000-0000-000000000000}"/>
          </ac:picMkLst>
        </pc:picChg>
        <pc:picChg chg="mod ord modCrop">
          <ac:chgData name="Vishal Rajput" userId="333a1de60efd8c4a" providerId="Windows Live" clId="Web-{EB9B02A4-DC83-3AC9-067C-4A034F4B0F99}" dt="2024-11-11T05:58:36.300" v="95" actId="1076"/>
          <ac:picMkLst>
            <pc:docMk/>
            <pc:sldMk cId="3345430433" sldId="260"/>
            <ac:picMk id="7" creationId="{00000000-0000-0000-0000-000000000000}"/>
          </ac:picMkLst>
        </pc:picChg>
        <pc:picChg chg="add del">
          <ac:chgData name="Vishal Rajput" userId="333a1de60efd8c4a" providerId="Windows Live" clId="Web-{EB9B02A4-DC83-3AC9-067C-4A034F4B0F99}" dt="2024-11-11T05:48:17.539" v="22"/>
          <ac:picMkLst>
            <pc:docMk/>
            <pc:sldMk cId="3345430433" sldId="260"/>
            <ac:picMk id="21" creationId="{BF79C704-FD27-4BBA-A751-4A80EDB173B8}"/>
          </ac:picMkLst>
        </pc:picChg>
        <pc:picChg chg="add del">
          <ac:chgData name="Vishal Rajput" userId="333a1de60efd8c4a" providerId="Windows Live" clId="Web-{EB9B02A4-DC83-3AC9-067C-4A034F4B0F99}" dt="2024-11-11T05:57:15.564" v="83"/>
          <ac:picMkLst>
            <pc:docMk/>
            <pc:sldMk cId="3345430433" sldId="260"/>
            <ac:picMk id="73" creationId="{BF79C704-FD27-4BBA-A751-4A80EDB173B8}"/>
          </ac:picMkLst>
        </pc:picChg>
      </pc:sldChg>
      <pc:sldChg chg="addSp delSp modSp mod setBg modClrScheme delDesignElem chgLayout">
        <pc:chgData name="Vishal Rajput" userId="333a1de60efd8c4a" providerId="Windows Live" clId="Web-{EB9B02A4-DC83-3AC9-067C-4A034F4B0F99}" dt="2024-11-11T06:10:04.274" v="189" actId="20577"/>
        <pc:sldMkLst>
          <pc:docMk/>
          <pc:sldMk cId="1481822303" sldId="261"/>
        </pc:sldMkLst>
        <pc:spChg chg="mod ord">
          <ac:chgData name="Vishal Rajput" userId="333a1de60efd8c4a" providerId="Windows Live" clId="Web-{EB9B02A4-DC83-3AC9-067C-4A034F4B0F99}" dt="2024-11-11T06:10:04.274" v="189" actId="20577"/>
          <ac:spMkLst>
            <pc:docMk/>
            <pc:sldMk cId="1481822303" sldId="261"/>
            <ac:spMk id="2" creationId="{00000000-0000-0000-0000-000000000000}"/>
          </ac:spMkLst>
        </pc:spChg>
        <pc:spChg chg="mod ord">
          <ac:chgData name="Vishal Rajput" userId="333a1de60efd8c4a" providerId="Windows Live" clId="Web-{EB9B02A4-DC83-3AC9-067C-4A034F4B0F99}" dt="2024-11-11T06:03:38.341" v="131"/>
          <ac:spMkLst>
            <pc:docMk/>
            <pc:sldMk cId="1481822303" sldId="261"/>
            <ac:spMk id="3" creationId="{00000000-0000-0000-0000-000000000000}"/>
          </ac:spMkLst>
        </pc:spChg>
        <pc:spChg chg="add del">
          <ac:chgData name="Vishal Rajput" userId="333a1de60efd8c4a" providerId="Windows Live" clId="Web-{EB9B02A4-DC83-3AC9-067C-4A034F4B0F99}" dt="2024-11-11T05:56:11.281" v="78"/>
          <ac:spMkLst>
            <pc:docMk/>
            <pc:sldMk cId="1481822303" sldId="261"/>
            <ac:spMk id="10" creationId="{5A0118C5-4F8D-4CF4-BADD-53FEACC6C42A}"/>
          </ac:spMkLst>
        </pc:spChg>
        <pc:spChg chg="add del">
          <ac:chgData name="Vishal Rajput" userId="333a1de60efd8c4a" providerId="Windows Live" clId="Web-{EB9B02A4-DC83-3AC9-067C-4A034F4B0F99}" dt="2024-11-11T05:56:11.281" v="78"/>
          <ac:spMkLst>
            <pc:docMk/>
            <pc:sldMk cId="1481822303" sldId="261"/>
            <ac:spMk id="12" creationId="{037C701E-5151-4086-9CF2-7F44AA38A6F5}"/>
          </ac:spMkLst>
        </pc:spChg>
        <pc:spChg chg="add del">
          <ac:chgData name="Vishal Rajput" userId="333a1de60efd8c4a" providerId="Windows Live" clId="Web-{EB9B02A4-DC83-3AC9-067C-4A034F4B0F99}" dt="2024-11-11T05:56:11.281" v="78"/>
          <ac:spMkLst>
            <pc:docMk/>
            <pc:sldMk cId="1481822303" sldId="261"/>
            <ac:spMk id="14" creationId="{E656C08E-A84B-4C76-9D3B-46237B5A9751}"/>
          </ac:spMkLst>
        </pc:spChg>
        <pc:spChg chg="add del">
          <ac:chgData name="Vishal Rajput" userId="333a1de60efd8c4a" providerId="Windows Live" clId="Web-{EB9B02A4-DC83-3AC9-067C-4A034F4B0F99}" dt="2024-11-11T06:03:38.341" v="131"/>
          <ac:spMkLst>
            <pc:docMk/>
            <pc:sldMk cId="1481822303" sldId="261"/>
            <ac:spMk id="34" creationId="{27BDFED6-6E33-4606-AFE2-886ADB1C018E}"/>
          </ac:spMkLst>
        </pc:spChg>
        <pc:spChg chg="add del">
          <ac:chgData name="Vishal Rajput" userId="333a1de60efd8c4a" providerId="Windows Live" clId="Web-{EB9B02A4-DC83-3AC9-067C-4A034F4B0F99}" dt="2024-11-11T06:03:38.341" v="131"/>
          <ac:spMkLst>
            <pc:docMk/>
            <pc:sldMk cId="1481822303" sldId="261"/>
            <ac:spMk id="36" creationId="{890DEF05-784E-4B61-89E4-04C4ECF4E5A0}"/>
          </ac:spMkLst>
        </pc:spChg>
        <pc:grpChg chg="add del">
          <ac:chgData name="Vishal Rajput" userId="333a1de60efd8c4a" providerId="Windows Live" clId="Web-{EB9B02A4-DC83-3AC9-067C-4A034F4B0F99}" dt="2024-11-11T05:56:11.281" v="78"/>
          <ac:grpSpMkLst>
            <pc:docMk/>
            <pc:sldMk cId="1481822303" sldId="261"/>
            <ac:grpSpMk id="16" creationId="{72FB3F6E-946C-4B30-8EAA-64FA3056D06D}"/>
          </ac:grpSpMkLst>
        </pc:grpChg>
        <pc:picChg chg="mod">
          <ac:chgData name="Vishal Rajput" userId="333a1de60efd8c4a" providerId="Windows Live" clId="Web-{EB9B02A4-DC83-3AC9-067C-4A034F4B0F99}" dt="2024-11-11T05:56:11.281" v="78"/>
          <ac:picMkLst>
            <pc:docMk/>
            <pc:sldMk cId="1481822303" sldId="261"/>
            <ac:picMk id="4" creationId="{00000000-0000-0000-0000-000000000000}"/>
          </ac:picMkLst>
        </pc:picChg>
        <pc:picChg chg="mod">
          <ac:chgData name="Vishal Rajput" userId="333a1de60efd8c4a" providerId="Windows Live" clId="Web-{EB9B02A4-DC83-3AC9-067C-4A034F4B0F99}" dt="2024-11-11T05:56:11.281" v="78"/>
          <ac:picMkLst>
            <pc:docMk/>
            <pc:sldMk cId="1481822303" sldId="261"/>
            <ac:picMk id="5" creationId="{00000000-0000-0000-0000-000000000000}"/>
          </ac:picMkLst>
        </pc:picChg>
        <pc:cxnChg chg="add del">
          <ac:chgData name="Vishal Rajput" userId="333a1de60efd8c4a" providerId="Windows Live" clId="Web-{EB9B02A4-DC83-3AC9-067C-4A034F4B0F99}" dt="2024-11-11T06:03:38.341" v="131"/>
          <ac:cxnSpMkLst>
            <pc:docMk/>
            <pc:sldMk cId="1481822303" sldId="261"/>
            <ac:cxnSpMk id="38" creationId="{C41BAEC7-F7B0-4224-8B18-8F74B7D87F0B}"/>
          </ac:cxnSpMkLst>
        </pc:cxnChg>
      </pc:sldChg>
      <pc:sldChg chg="addSp delSp modSp mod setBg modClrScheme delDesignElem chgLayout">
        <pc:chgData name="Vishal Rajput" userId="333a1de60efd8c4a" providerId="Windows Live" clId="Web-{EB9B02A4-DC83-3AC9-067C-4A034F4B0F99}" dt="2024-11-11T06:10:08.540" v="190" actId="20577"/>
        <pc:sldMkLst>
          <pc:docMk/>
          <pc:sldMk cId="3360576935" sldId="262"/>
        </pc:sldMkLst>
        <pc:spChg chg="mod ord">
          <ac:chgData name="Vishal Rajput" userId="333a1de60efd8c4a" providerId="Windows Live" clId="Web-{EB9B02A4-DC83-3AC9-067C-4A034F4B0F99}" dt="2024-11-11T06:10:08.540" v="190" actId="20577"/>
          <ac:spMkLst>
            <pc:docMk/>
            <pc:sldMk cId="3360576935" sldId="262"/>
            <ac:spMk id="2" creationId="{00000000-0000-0000-0000-000000000000}"/>
          </ac:spMkLst>
        </pc:spChg>
        <pc:spChg chg="mod ord">
          <ac:chgData name="Vishal Rajput" userId="333a1de60efd8c4a" providerId="Windows Live" clId="Web-{EB9B02A4-DC83-3AC9-067C-4A034F4B0F99}" dt="2024-11-11T06:03:38.341" v="131"/>
          <ac:spMkLst>
            <pc:docMk/>
            <pc:sldMk cId="3360576935" sldId="262"/>
            <ac:spMk id="3" creationId="{00000000-0000-0000-0000-000000000000}"/>
          </ac:spMkLst>
        </pc:spChg>
        <pc:spChg chg="add del">
          <ac:chgData name="Vishal Rajput" userId="333a1de60efd8c4a" providerId="Windows Live" clId="Web-{EB9B02A4-DC83-3AC9-067C-4A034F4B0F99}" dt="2024-11-11T05:54:21.793" v="60"/>
          <ac:spMkLst>
            <pc:docMk/>
            <pc:sldMk cId="3360576935" sldId="262"/>
            <ac:spMk id="10" creationId="{620FDFD2-19AF-4124-A49A-BAC0929B1300}"/>
          </ac:spMkLst>
        </pc:spChg>
        <pc:spChg chg="add del">
          <ac:chgData name="Vishal Rajput" userId="333a1de60efd8c4a" providerId="Windows Live" clId="Web-{EB9B02A4-DC83-3AC9-067C-4A034F4B0F99}" dt="2024-11-11T05:54:21.777" v="59"/>
          <ac:spMkLst>
            <pc:docMk/>
            <pc:sldMk cId="3360576935" sldId="262"/>
            <ac:spMk id="19" creationId="{699EBD07-7968-467C-82EE-7283E46512DF}"/>
          </ac:spMkLst>
        </pc:spChg>
        <pc:spChg chg="add del">
          <ac:chgData name="Vishal Rajput" userId="333a1de60efd8c4a" providerId="Windows Live" clId="Web-{EB9B02A4-DC83-3AC9-067C-4A034F4B0F99}" dt="2024-11-11T05:54:21.777" v="59"/>
          <ac:spMkLst>
            <pc:docMk/>
            <pc:sldMk cId="3360576935" sldId="262"/>
            <ac:spMk id="21" creationId="{F489C2E0-4895-4B72-85EA-7EE9FAFFDC7E}"/>
          </ac:spMkLst>
        </pc:spChg>
        <pc:spChg chg="add del">
          <ac:chgData name="Vishal Rajput" userId="333a1de60efd8c4a" providerId="Windows Live" clId="Web-{EB9B02A4-DC83-3AC9-067C-4A034F4B0F99}" dt="2024-11-11T06:03:38.341" v="131"/>
          <ac:spMkLst>
            <pc:docMk/>
            <pc:sldMk cId="3360576935" sldId="262"/>
            <ac:spMk id="23" creationId="{FB5B0058-AF13-4859-B429-4EDDE2A26F7F}"/>
          </ac:spMkLst>
        </pc:spChg>
        <pc:spChg chg="add del">
          <ac:chgData name="Vishal Rajput" userId="333a1de60efd8c4a" providerId="Windows Live" clId="Web-{EB9B02A4-DC83-3AC9-067C-4A034F4B0F99}" dt="2024-11-11T06:03:38.341" v="131"/>
          <ac:spMkLst>
            <pc:docMk/>
            <pc:sldMk cId="3360576935" sldId="262"/>
            <ac:spMk id="24" creationId="{0277405F-0B4F-4418-B773-1B38814125B6}"/>
          </ac:spMkLst>
        </pc:spChg>
        <pc:grpChg chg="add del">
          <ac:chgData name="Vishal Rajput" userId="333a1de60efd8c4a" providerId="Windows Live" clId="Web-{EB9B02A4-DC83-3AC9-067C-4A034F4B0F99}" dt="2024-11-11T05:54:21.793" v="60"/>
          <ac:grpSpMkLst>
            <pc:docMk/>
            <pc:sldMk cId="3360576935" sldId="262"/>
            <ac:grpSpMk id="12" creationId="{7F6F6FC6-9A5F-4E14-8105-15D94914A798}"/>
          </ac:grpSpMkLst>
        </pc:grpChg>
        <pc:picChg chg="mod ord">
          <ac:chgData name="Vishal Rajput" userId="333a1de60efd8c4a" providerId="Windows Live" clId="Web-{EB9B02A4-DC83-3AC9-067C-4A034F4B0F99}" dt="2024-11-11T05:55:04.482" v="72" actId="1076"/>
          <ac:picMkLst>
            <pc:docMk/>
            <pc:sldMk cId="3360576935" sldId="262"/>
            <ac:picMk id="4" creationId="{00000000-0000-0000-0000-000000000000}"/>
          </ac:picMkLst>
        </pc:picChg>
        <pc:picChg chg="mod ord">
          <ac:chgData name="Vishal Rajput" userId="333a1de60efd8c4a" providerId="Windows Live" clId="Web-{EB9B02A4-DC83-3AC9-067C-4A034F4B0F99}" dt="2024-11-11T05:55:02.888" v="71" actId="1076"/>
          <ac:picMkLst>
            <pc:docMk/>
            <pc:sldMk cId="3360576935" sldId="262"/>
            <ac:picMk id="5" creationId="{00000000-0000-0000-0000-000000000000}"/>
          </ac:picMkLst>
        </pc:picChg>
      </pc:sldChg>
      <pc:sldChg chg="addSp delSp modSp mod setBg modClrScheme delDesignElem chgLayout">
        <pc:chgData name="Vishal Rajput" userId="333a1de60efd8c4a" providerId="Windows Live" clId="Web-{EB9B02A4-DC83-3AC9-067C-4A034F4B0F99}" dt="2024-11-11T06:10:20.259" v="192" actId="20577"/>
        <pc:sldMkLst>
          <pc:docMk/>
          <pc:sldMk cId="3503128507" sldId="263"/>
        </pc:sldMkLst>
        <pc:spChg chg="mod ord">
          <ac:chgData name="Vishal Rajput" userId="333a1de60efd8c4a" providerId="Windows Live" clId="Web-{EB9B02A4-DC83-3AC9-067C-4A034F4B0F99}" dt="2024-11-11T06:10:20.259" v="192" actId="20577"/>
          <ac:spMkLst>
            <pc:docMk/>
            <pc:sldMk cId="3503128507" sldId="263"/>
            <ac:spMk id="2" creationId="{00000000-0000-0000-0000-000000000000}"/>
          </ac:spMkLst>
        </pc:spChg>
        <pc:spChg chg="mod ord">
          <ac:chgData name="Vishal Rajput" userId="333a1de60efd8c4a" providerId="Windows Live" clId="Web-{EB9B02A4-DC83-3AC9-067C-4A034F4B0F99}" dt="2024-11-11T06:03:38.341" v="131"/>
          <ac:spMkLst>
            <pc:docMk/>
            <pc:sldMk cId="3503128507" sldId="263"/>
            <ac:spMk id="3" creationId="{00000000-0000-0000-0000-000000000000}"/>
          </ac:spMkLst>
        </pc:spChg>
        <pc:spChg chg="add del">
          <ac:chgData name="Vishal Rajput" userId="333a1de60efd8c4a" providerId="Windows Live" clId="Web-{EB9B02A4-DC83-3AC9-067C-4A034F4B0F99}" dt="2024-11-11T05:53:03.212" v="53"/>
          <ac:spMkLst>
            <pc:docMk/>
            <pc:sldMk cId="3503128507" sldId="263"/>
            <ac:spMk id="10" creationId="{79B4B56F-BCC9-4009-91E2-AE49F626B89C}"/>
          </ac:spMkLst>
        </pc:spChg>
        <pc:spChg chg="add del">
          <ac:chgData name="Vishal Rajput" userId="333a1de60efd8c4a" providerId="Windows Live" clId="Web-{EB9B02A4-DC83-3AC9-067C-4A034F4B0F99}" dt="2024-11-11T06:03:38.341" v="131"/>
          <ac:spMkLst>
            <pc:docMk/>
            <pc:sldMk cId="3503128507" sldId="263"/>
            <ac:spMk id="19" creationId="{F8446B12-7391-4711-8B31-112A0B896C76}"/>
          </ac:spMkLst>
        </pc:spChg>
        <pc:grpChg chg="add del">
          <ac:chgData name="Vishal Rajput" userId="333a1de60efd8c4a" providerId="Windows Live" clId="Web-{EB9B02A4-DC83-3AC9-067C-4A034F4B0F99}" dt="2024-11-11T05:53:03.212" v="53"/>
          <ac:grpSpMkLst>
            <pc:docMk/>
            <pc:sldMk cId="3503128507" sldId="263"/>
            <ac:grpSpMk id="12" creationId="{770B9411-A26D-4F61-AA38-0B77CFF583A4}"/>
          </ac:grpSpMkLst>
        </pc:grpChg>
        <pc:grpChg chg="add del">
          <ac:chgData name="Vishal Rajput" userId="333a1de60efd8c4a" providerId="Windows Live" clId="Web-{EB9B02A4-DC83-3AC9-067C-4A034F4B0F99}" dt="2024-11-11T06:03:38.341" v="131"/>
          <ac:grpSpMkLst>
            <pc:docMk/>
            <pc:sldMk cId="3503128507" sldId="263"/>
            <ac:grpSpMk id="21" creationId="{AC0B7807-0C83-4963-821A-69B172722E49}"/>
          </ac:grpSpMkLst>
        </pc:grpChg>
        <pc:picChg chg="mod">
          <ac:chgData name="Vishal Rajput" userId="333a1de60efd8c4a" providerId="Windows Live" clId="Web-{EB9B02A4-DC83-3AC9-067C-4A034F4B0F99}" dt="2024-11-11T05:53:03.212" v="53"/>
          <ac:picMkLst>
            <pc:docMk/>
            <pc:sldMk cId="3503128507" sldId="263"/>
            <ac:picMk id="4" creationId="{00000000-0000-0000-0000-000000000000}"/>
          </ac:picMkLst>
        </pc:picChg>
        <pc:picChg chg="mod">
          <ac:chgData name="Vishal Rajput" userId="333a1de60efd8c4a" providerId="Windows Live" clId="Web-{EB9B02A4-DC83-3AC9-067C-4A034F4B0F99}" dt="2024-11-11T05:53:03.212" v="53"/>
          <ac:picMkLst>
            <pc:docMk/>
            <pc:sldMk cId="3503128507" sldId="263"/>
            <ac:picMk id="5" creationId="{00000000-0000-0000-0000-000000000000}"/>
          </ac:picMkLst>
        </pc:picChg>
      </pc:sldChg>
      <pc:sldChg chg="addSp delSp modSp mod setBg modClrScheme setClrOvrMap delDesignElem chgLayout">
        <pc:chgData name="Vishal Rajput" userId="333a1de60efd8c4a" providerId="Windows Live" clId="Web-{EB9B02A4-DC83-3AC9-067C-4A034F4B0F99}" dt="2024-11-11T06:10:29.462" v="196" actId="20577"/>
        <pc:sldMkLst>
          <pc:docMk/>
          <pc:sldMk cId="1954762615" sldId="264"/>
        </pc:sldMkLst>
        <pc:spChg chg="mod ord">
          <ac:chgData name="Vishal Rajput" userId="333a1de60efd8c4a" providerId="Windows Live" clId="Web-{EB9B02A4-DC83-3AC9-067C-4A034F4B0F99}" dt="2024-11-11T06:10:24.119" v="193" actId="20577"/>
          <ac:spMkLst>
            <pc:docMk/>
            <pc:sldMk cId="1954762615" sldId="264"/>
            <ac:spMk id="2" creationId="{00000000-0000-0000-0000-000000000000}"/>
          </ac:spMkLst>
        </pc:spChg>
        <pc:spChg chg="mod ord">
          <ac:chgData name="Vishal Rajput" userId="333a1de60efd8c4a" providerId="Windows Live" clId="Web-{EB9B02A4-DC83-3AC9-067C-4A034F4B0F99}" dt="2024-11-11T06:10:29.462" v="196" actId="20577"/>
          <ac:spMkLst>
            <pc:docMk/>
            <pc:sldMk cId="1954762615" sldId="264"/>
            <ac:spMk id="3" creationId="{00000000-0000-0000-0000-000000000000}"/>
          </ac:spMkLst>
        </pc:spChg>
        <pc:spChg chg="add del">
          <ac:chgData name="Vishal Rajput" userId="333a1de60efd8c4a" providerId="Windows Live" clId="Web-{EB9B02A4-DC83-3AC9-067C-4A034F4B0F99}" dt="2024-11-11T06:03:38.341" v="131"/>
          <ac:spMkLst>
            <pc:docMk/>
            <pc:sldMk cId="1954762615" sldId="264"/>
            <ac:spMk id="8" creationId="{5FEF463D-EE6B-46FF-B7C7-74B09A96C8AB}"/>
          </ac:spMkLst>
        </pc:spChg>
        <pc:spChg chg="add del">
          <ac:chgData name="Vishal Rajput" userId="333a1de60efd8c4a" providerId="Windows Live" clId="Web-{EB9B02A4-DC83-3AC9-067C-4A034F4B0F99}" dt="2024-11-11T06:03:38.341" v="131"/>
          <ac:spMkLst>
            <pc:docMk/>
            <pc:sldMk cId="1954762615" sldId="264"/>
            <ac:spMk id="14" creationId="{30B5ED20-499B-41E7-95BE-8BBD3131456F}"/>
          </ac:spMkLst>
        </pc:spChg>
        <pc:spChg chg="add del">
          <ac:chgData name="Vishal Rajput" userId="333a1de60efd8c4a" providerId="Windows Live" clId="Web-{EB9B02A4-DC83-3AC9-067C-4A034F4B0F99}" dt="2024-11-11T06:03:38.341" v="131"/>
          <ac:spMkLst>
            <pc:docMk/>
            <pc:sldMk cId="1954762615" sldId="264"/>
            <ac:spMk id="16" creationId="{35A51D22-76EA-4C70-B5C9-ED3946924CB7}"/>
          </ac:spMkLst>
        </pc:spChg>
        <pc:grpChg chg="add del">
          <ac:chgData name="Vishal Rajput" userId="333a1de60efd8c4a" providerId="Windows Live" clId="Web-{EB9B02A4-DC83-3AC9-067C-4A034F4B0F99}" dt="2024-11-11T06:03:38.341" v="131"/>
          <ac:grpSpMkLst>
            <pc:docMk/>
            <pc:sldMk cId="1954762615" sldId="264"/>
            <ac:grpSpMk id="10" creationId="{11A27B3A-460C-4100-99B5-817F25979F6C}"/>
          </ac:grpSpMkLst>
        </pc:grpChg>
      </pc:sldChg>
      <pc:sldChg chg="addSp delSp modSp mod setBg modClrScheme setClrOvrMap delDesignElem chgLayout">
        <pc:chgData name="Vishal Rajput" userId="333a1de60efd8c4a" providerId="Windows Live" clId="Web-{EB9B02A4-DC83-3AC9-067C-4A034F4B0F99}" dt="2024-11-11T06:10:34.369" v="197" actId="20577"/>
        <pc:sldMkLst>
          <pc:docMk/>
          <pc:sldMk cId="3936247932" sldId="265"/>
        </pc:sldMkLst>
        <pc:spChg chg="mod ord">
          <ac:chgData name="Vishal Rajput" userId="333a1de60efd8c4a" providerId="Windows Live" clId="Web-{EB9B02A4-DC83-3AC9-067C-4A034F4B0F99}" dt="2024-11-11T06:10:34.369" v="197" actId="20577"/>
          <ac:spMkLst>
            <pc:docMk/>
            <pc:sldMk cId="3936247932" sldId="265"/>
            <ac:spMk id="2" creationId="{00000000-0000-0000-0000-000000000000}"/>
          </ac:spMkLst>
        </pc:spChg>
        <pc:spChg chg="mod ord">
          <ac:chgData name="Vishal Rajput" userId="333a1de60efd8c4a" providerId="Windows Live" clId="Web-{EB9B02A4-DC83-3AC9-067C-4A034F4B0F99}" dt="2024-11-11T06:03:38.341" v="131"/>
          <ac:spMkLst>
            <pc:docMk/>
            <pc:sldMk cId="3936247932" sldId="265"/>
            <ac:spMk id="3" creationId="{00000000-0000-0000-0000-000000000000}"/>
          </ac:spMkLst>
        </pc:spChg>
        <pc:spChg chg="add del">
          <ac:chgData name="Vishal Rajput" userId="333a1de60efd8c4a" providerId="Windows Live" clId="Web-{EB9B02A4-DC83-3AC9-067C-4A034F4B0F99}" dt="2024-11-11T06:03:38.341" v="131"/>
          <ac:spMkLst>
            <pc:docMk/>
            <pc:sldMk cId="3936247932" sldId="265"/>
            <ac:spMk id="8" creationId="{B95B9BA8-1D69-4796-85F5-B6D0BD52354B}"/>
          </ac:spMkLst>
        </pc:spChg>
        <pc:grpChg chg="add del">
          <ac:chgData name="Vishal Rajput" userId="333a1de60efd8c4a" providerId="Windows Live" clId="Web-{EB9B02A4-DC83-3AC9-067C-4A034F4B0F99}" dt="2024-11-11T06:03:38.341" v="131"/>
          <ac:grpSpMkLst>
            <pc:docMk/>
            <pc:sldMk cId="3936247932" sldId="265"/>
            <ac:grpSpMk id="10" creationId="{5F892E19-92E7-4BB2-8C3F-DBDFE8D9D324}"/>
          </ac:grpSpMkLst>
        </pc:grpChg>
      </pc:sldChg>
      <pc:sldChg chg="addSp delSp modSp mod setBg modClrScheme setClrOvrMap delDesignElem chgLayout">
        <pc:chgData name="Vishal Rajput" userId="333a1de60efd8c4a" providerId="Windows Live" clId="Web-{EB9B02A4-DC83-3AC9-067C-4A034F4B0F99}" dt="2024-11-11T06:10:40.150" v="198" actId="20577"/>
        <pc:sldMkLst>
          <pc:docMk/>
          <pc:sldMk cId="3961963375" sldId="266"/>
        </pc:sldMkLst>
        <pc:spChg chg="mod ord">
          <ac:chgData name="Vishal Rajput" userId="333a1de60efd8c4a" providerId="Windows Live" clId="Web-{EB9B02A4-DC83-3AC9-067C-4A034F4B0F99}" dt="2024-11-11T06:10:40.150" v="198" actId="20577"/>
          <ac:spMkLst>
            <pc:docMk/>
            <pc:sldMk cId="3961963375" sldId="266"/>
            <ac:spMk id="2" creationId="{00000000-0000-0000-0000-000000000000}"/>
          </ac:spMkLst>
        </pc:spChg>
        <pc:spChg chg="mod ord">
          <ac:chgData name="Vishal Rajput" userId="333a1de60efd8c4a" providerId="Windows Live" clId="Web-{EB9B02A4-DC83-3AC9-067C-4A034F4B0F99}" dt="2024-11-11T06:03:38.341" v="131"/>
          <ac:spMkLst>
            <pc:docMk/>
            <pc:sldMk cId="3961963375" sldId="266"/>
            <ac:spMk id="3" creationId="{00000000-0000-0000-0000-000000000000}"/>
          </ac:spMkLst>
        </pc:spChg>
        <pc:spChg chg="add del">
          <ac:chgData name="Vishal Rajput" userId="333a1de60efd8c4a" providerId="Windows Live" clId="Web-{EB9B02A4-DC83-3AC9-067C-4A034F4B0F99}" dt="2024-11-11T06:03:38.341" v="131"/>
          <ac:spMkLst>
            <pc:docMk/>
            <pc:sldMk cId="3961963375" sldId="266"/>
            <ac:spMk id="8" creationId="{C6D09588-9668-4D38-8AD4-C27CF2B2D41C}"/>
          </ac:spMkLst>
        </pc:spChg>
        <pc:grpChg chg="add del">
          <ac:chgData name="Vishal Rajput" userId="333a1de60efd8c4a" providerId="Windows Live" clId="Web-{EB9B02A4-DC83-3AC9-067C-4A034F4B0F99}" dt="2024-11-11T06:03:38.341" v="131"/>
          <ac:grpSpMkLst>
            <pc:docMk/>
            <pc:sldMk cId="3961963375" sldId="266"/>
            <ac:grpSpMk id="10" creationId="{95A28492-272D-4814-AE2C-61575C989EA3}"/>
          </ac:grpSpMkLst>
        </pc:grpChg>
      </pc:sldChg>
      <pc:sldChg chg="addSp delSp modSp del mod setBg modClrScheme chgLayout">
        <pc:chgData name="Vishal Rajput" userId="333a1de60efd8c4a" providerId="Windows Live" clId="Web-{EB9B02A4-DC83-3AC9-067C-4A034F4B0F99}" dt="2024-11-11T06:06:34.096" v="141"/>
        <pc:sldMkLst>
          <pc:docMk/>
          <pc:sldMk cId="1944009834" sldId="267"/>
        </pc:sldMkLst>
        <pc:spChg chg="mod ord">
          <ac:chgData name="Vishal Rajput" userId="333a1de60efd8c4a" providerId="Windows Live" clId="Web-{EB9B02A4-DC83-3AC9-067C-4A034F4B0F99}" dt="2024-11-11T06:04:57.984" v="139" actId="14100"/>
          <ac:spMkLst>
            <pc:docMk/>
            <pc:sldMk cId="1944009834" sldId="267"/>
            <ac:spMk id="2" creationId="{00000000-0000-0000-0000-000000000000}"/>
          </ac:spMkLst>
        </pc:spChg>
        <pc:spChg chg="del">
          <ac:chgData name="Vishal Rajput" userId="333a1de60efd8c4a" providerId="Windows Live" clId="Web-{EB9B02A4-DC83-3AC9-067C-4A034F4B0F99}" dt="2024-11-11T05:50:06.401" v="34"/>
          <ac:spMkLst>
            <pc:docMk/>
            <pc:sldMk cId="1944009834" sldId="267"/>
            <ac:spMk id="3" creationId="{00000000-0000-0000-0000-000000000000}"/>
          </ac:spMkLst>
        </pc:spChg>
        <pc:graphicFrameChg chg="add mod modGraphic">
          <ac:chgData name="Vishal Rajput" userId="333a1de60efd8c4a" providerId="Windows Live" clId="Web-{EB9B02A4-DC83-3AC9-067C-4A034F4B0F99}" dt="2024-11-11T06:04:48.468" v="138" actId="14100"/>
          <ac:graphicFrameMkLst>
            <pc:docMk/>
            <pc:sldMk cId="1944009834" sldId="267"/>
            <ac:graphicFrameMk id="5" creationId="{03F7AC6E-60B7-B662-2EA3-4167AF4840E2}"/>
          </ac:graphicFrameMkLst>
        </pc:graphicFrameChg>
      </pc:sldChg>
      <pc:sldChg chg="addSp delSp modSp mod setBg modClrScheme delDesignElem chgLayout">
        <pc:chgData name="Vishal Rajput" userId="333a1de60efd8c4a" providerId="Windows Live" clId="Web-{EB9B02A4-DC83-3AC9-067C-4A034F4B0F99}" dt="2024-11-11T06:10:50.791" v="199" actId="20577"/>
        <pc:sldMkLst>
          <pc:docMk/>
          <pc:sldMk cId="3088601879" sldId="268"/>
        </pc:sldMkLst>
        <pc:spChg chg="mod ord">
          <ac:chgData name="Vishal Rajput" userId="333a1de60efd8c4a" providerId="Windows Live" clId="Web-{EB9B02A4-DC83-3AC9-067C-4A034F4B0F99}" dt="2024-11-11T06:10:50.791" v="199" actId="20577"/>
          <ac:spMkLst>
            <pc:docMk/>
            <pc:sldMk cId="3088601879" sldId="268"/>
            <ac:spMk id="2" creationId="{00000000-0000-0000-0000-000000000000}"/>
          </ac:spMkLst>
        </pc:spChg>
        <pc:spChg chg="mod ord">
          <ac:chgData name="Vishal Rajput" userId="333a1de60efd8c4a" providerId="Windows Live" clId="Web-{EB9B02A4-DC83-3AC9-067C-4A034F4B0F99}" dt="2024-11-11T06:03:38.341" v="131"/>
          <ac:spMkLst>
            <pc:docMk/>
            <pc:sldMk cId="3088601879" sldId="268"/>
            <ac:spMk id="3" creationId="{00000000-0000-0000-0000-000000000000}"/>
          </ac:spMkLst>
        </pc:spChg>
        <pc:spChg chg="add del">
          <ac:chgData name="Vishal Rajput" userId="333a1de60efd8c4a" providerId="Windows Live" clId="Web-{EB9B02A4-DC83-3AC9-067C-4A034F4B0F99}" dt="2024-11-11T06:03:38.341" v="131"/>
          <ac:spMkLst>
            <pc:docMk/>
            <pc:sldMk cId="3088601879" sldId="268"/>
            <ac:spMk id="8" creationId="{36DD9A1B-23F2-4443-B0D4-00FF72D272EF}"/>
          </ac:spMkLst>
        </pc:spChg>
        <pc:spChg chg="add del">
          <ac:chgData name="Vishal Rajput" userId="333a1de60efd8c4a" providerId="Windows Live" clId="Web-{EB9B02A4-DC83-3AC9-067C-4A034F4B0F99}" dt="2024-11-11T06:03:38.341" v="131"/>
          <ac:spMkLst>
            <pc:docMk/>
            <pc:sldMk cId="3088601879" sldId="268"/>
            <ac:spMk id="10" creationId="{C5A69CBB-DA63-440A-B853-88D42A6FE404}"/>
          </ac:spMkLst>
        </pc:spChg>
        <pc:grpChg chg="add del">
          <ac:chgData name="Vishal Rajput" userId="333a1de60efd8c4a" providerId="Windows Live" clId="Web-{EB9B02A4-DC83-3AC9-067C-4A034F4B0F99}" dt="2024-11-11T06:03:38.341" v="131"/>
          <ac:grpSpMkLst>
            <pc:docMk/>
            <pc:sldMk cId="3088601879" sldId="268"/>
            <ac:grpSpMk id="12" creationId="{51579200-569C-441E-840B-B8541A0177A0}"/>
          </ac:grpSpMkLst>
        </pc:grpChg>
      </pc:sldChg>
      <pc:sldMasterChg chg="add del addSldLayout delSldLayout">
        <pc:chgData name="Vishal Rajput" userId="333a1de60efd8c4a" providerId="Windows Live" clId="Web-{EB9B02A4-DC83-3AC9-067C-4A034F4B0F99}" dt="2024-11-11T06:03:38.341" v="131"/>
        <pc:sldMasterMkLst>
          <pc:docMk/>
          <pc:sldMasterMk cId="1338731096" sldId="2147483648"/>
        </pc:sldMasterMkLst>
        <pc:sldLayoutChg chg="add del">
          <pc:chgData name="Vishal Rajput" userId="333a1de60efd8c4a" providerId="Windows Live" clId="Web-{EB9B02A4-DC83-3AC9-067C-4A034F4B0F99}" dt="2024-11-11T06:03:38.341" v="131"/>
          <pc:sldLayoutMkLst>
            <pc:docMk/>
            <pc:sldMasterMk cId="1338731096" sldId="2147483648"/>
            <pc:sldLayoutMk cId="1604940793" sldId="2147483649"/>
          </pc:sldLayoutMkLst>
        </pc:sldLayoutChg>
        <pc:sldLayoutChg chg="add del">
          <pc:chgData name="Vishal Rajput" userId="333a1de60efd8c4a" providerId="Windows Live" clId="Web-{EB9B02A4-DC83-3AC9-067C-4A034F4B0F99}" dt="2024-11-11T06:03:38.341" v="131"/>
          <pc:sldLayoutMkLst>
            <pc:docMk/>
            <pc:sldMasterMk cId="1338731096" sldId="2147483648"/>
            <pc:sldLayoutMk cId="1485872639" sldId="2147483650"/>
          </pc:sldLayoutMkLst>
        </pc:sldLayoutChg>
        <pc:sldLayoutChg chg="add del">
          <pc:chgData name="Vishal Rajput" userId="333a1de60efd8c4a" providerId="Windows Live" clId="Web-{EB9B02A4-DC83-3AC9-067C-4A034F4B0F99}" dt="2024-11-11T06:03:38.341" v="131"/>
          <pc:sldLayoutMkLst>
            <pc:docMk/>
            <pc:sldMasterMk cId="1338731096" sldId="2147483648"/>
            <pc:sldLayoutMk cId="3249285850" sldId="2147483651"/>
          </pc:sldLayoutMkLst>
        </pc:sldLayoutChg>
        <pc:sldLayoutChg chg="add del">
          <pc:chgData name="Vishal Rajput" userId="333a1de60efd8c4a" providerId="Windows Live" clId="Web-{EB9B02A4-DC83-3AC9-067C-4A034F4B0F99}" dt="2024-11-11T06:03:38.341" v="131"/>
          <pc:sldLayoutMkLst>
            <pc:docMk/>
            <pc:sldMasterMk cId="1338731096" sldId="2147483648"/>
            <pc:sldLayoutMk cId="2862269842" sldId="2147483652"/>
          </pc:sldLayoutMkLst>
        </pc:sldLayoutChg>
        <pc:sldLayoutChg chg="add del">
          <pc:chgData name="Vishal Rajput" userId="333a1de60efd8c4a" providerId="Windows Live" clId="Web-{EB9B02A4-DC83-3AC9-067C-4A034F4B0F99}" dt="2024-11-11T06:03:38.341" v="131"/>
          <pc:sldLayoutMkLst>
            <pc:docMk/>
            <pc:sldMasterMk cId="1338731096" sldId="2147483648"/>
            <pc:sldLayoutMk cId="2795700150" sldId="2147483653"/>
          </pc:sldLayoutMkLst>
        </pc:sldLayoutChg>
        <pc:sldLayoutChg chg="add del">
          <pc:chgData name="Vishal Rajput" userId="333a1de60efd8c4a" providerId="Windows Live" clId="Web-{EB9B02A4-DC83-3AC9-067C-4A034F4B0F99}" dt="2024-11-11T06:03:38.341" v="131"/>
          <pc:sldLayoutMkLst>
            <pc:docMk/>
            <pc:sldMasterMk cId="1338731096" sldId="2147483648"/>
            <pc:sldLayoutMk cId="2437841068" sldId="2147483654"/>
          </pc:sldLayoutMkLst>
        </pc:sldLayoutChg>
        <pc:sldLayoutChg chg="add del">
          <pc:chgData name="Vishal Rajput" userId="333a1de60efd8c4a" providerId="Windows Live" clId="Web-{EB9B02A4-DC83-3AC9-067C-4A034F4B0F99}" dt="2024-11-11T06:03:38.341" v="131"/>
          <pc:sldLayoutMkLst>
            <pc:docMk/>
            <pc:sldMasterMk cId="1338731096" sldId="2147483648"/>
            <pc:sldLayoutMk cId="132795787" sldId="2147483655"/>
          </pc:sldLayoutMkLst>
        </pc:sldLayoutChg>
        <pc:sldLayoutChg chg="add del">
          <pc:chgData name="Vishal Rajput" userId="333a1de60efd8c4a" providerId="Windows Live" clId="Web-{EB9B02A4-DC83-3AC9-067C-4A034F4B0F99}" dt="2024-11-11T06:03:38.341" v="131"/>
          <pc:sldLayoutMkLst>
            <pc:docMk/>
            <pc:sldMasterMk cId="1338731096" sldId="2147483648"/>
            <pc:sldLayoutMk cId="3107807560" sldId="2147483656"/>
          </pc:sldLayoutMkLst>
        </pc:sldLayoutChg>
        <pc:sldLayoutChg chg="add del">
          <pc:chgData name="Vishal Rajput" userId="333a1de60efd8c4a" providerId="Windows Live" clId="Web-{EB9B02A4-DC83-3AC9-067C-4A034F4B0F99}" dt="2024-11-11T06:03:38.341" v="131"/>
          <pc:sldLayoutMkLst>
            <pc:docMk/>
            <pc:sldMasterMk cId="1338731096" sldId="2147483648"/>
            <pc:sldLayoutMk cId="3946306859" sldId="2147483657"/>
          </pc:sldLayoutMkLst>
        </pc:sldLayoutChg>
        <pc:sldLayoutChg chg="add del">
          <pc:chgData name="Vishal Rajput" userId="333a1de60efd8c4a" providerId="Windows Live" clId="Web-{EB9B02A4-DC83-3AC9-067C-4A034F4B0F99}" dt="2024-11-11T06:03:38.341" v="131"/>
          <pc:sldLayoutMkLst>
            <pc:docMk/>
            <pc:sldMasterMk cId="1338731096" sldId="2147483648"/>
            <pc:sldLayoutMk cId="3815695704" sldId="2147483658"/>
          </pc:sldLayoutMkLst>
        </pc:sldLayoutChg>
        <pc:sldLayoutChg chg="add del">
          <pc:chgData name="Vishal Rajput" userId="333a1de60efd8c4a" providerId="Windows Live" clId="Web-{EB9B02A4-DC83-3AC9-067C-4A034F4B0F99}" dt="2024-11-11T06:03:38.341" v="131"/>
          <pc:sldLayoutMkLst>
            <pc:docMk/>
            <pc:sldMasterMk cId="1338731096" sldId="2147483648"/>
            <pc:sldLayoutMk cId="2385200119" sldId="2147483659"/>
          </pc:sldLayoutMkLst>
        </pc:sldLayoutChg>
        <pc:sldLayoutChg chg="add del">
          <pc:chgData name="Vishal Rajput" userId="333a1de60efd8c4a" providerId="Windows Live" clId="Web-{EB9B02A4-DC83-3AC9-067C-4A034F4B0F99}" dt="2024-11-11T06:03:38.341" v="131"/>
          <pc:sldLayoutMkLst>
            <pc:docMk/>
            <pc:sldMasterMk cId="1338731096" sldId="2147483648"/>
            <pc:sldLayoutMk cId="2207298470" sldId="2147483660"/>
          </pc:sldLayoutMkLst>
        </pc:sldLayoutChg>
      </pc:sldMasterChg>
      <pc:sldMasterChg chg="add del addSldLayout delSldLayout modSldLayout">
        <pc:chgData name="Vishal Rajput" userId="333a1de60efd8c4a" providerId="Windows Live" clId="Web-{EB9B02A4-DC83-3AC9-067C-4A034F4B0F99}" dt="2024-11-11T06:03:38.341" v="131"/>
        <pc:sldMasterMkLst>
          <pc:docMk/>
          <pc:sldMasterMk cId="2440785516" sldId="2147483661"/>
        </pc:sldMasterMkLst>
        <pc:sldLayoutChg chg="add del mod replId">
          <pc:chgData name="Vishal Rajput" userId="333a1de60efd8c4a" providerId="Windows Live" clId="Web-{EB9B02A4-DC83-3AC9-067C-4A034F4B0F99}" dt="2024-11-11T06:03:38.341" v="131"/>
          <pc:sldLayoutMkLst>
            <pc:docMk/>
            <pc:sldMasterMk cId="2440785516" sldId="2147483661"/>
            <pc:sldLayoutMk cId="3458435281" sldId="2147483662"/>
          </pc:sldLayoutMkLst>
        </pc:sldLayoutChg>
        <pc:sldLayoutChg chg="add del mod replId">
          <pc:chgData name="Vishal Rajput" userId="333a1de60efd8c4a" providerId="Windows Live" clId="Web-{EB9B02A4-DC83-3AC9-067C-4A034F4B0F99}" dt="2024-11-11T06:03:38.341" v="131"/>
          <pc:sldLayoutMkLst>
            <pc:docMk/>
            <pc:sldMasterMk cId="2440785516" sldId="2147483661"/>
            <pc:sldLayoutMk cId="338767757" sldId="2147483663"/>
          </pc:sldLayoutMkLst>
        </pc:sldLayoutChg>
        <pc:sldLayoutChg chg="add del mod replId">
          <pc:chgData name="Vishal Rajput" userId="333a1de60efd8c4a" providerId="Windows Live" clId="Web-{EB9B02A4-DC83-3AC9-067C-4A034F4B0F99}" dt="2024-11-11T06:03:38.341" v="131"/>
          <pc:sldLayoutMkLst>
            <pc:docMk/>
            <pc:sldMasterMk cId="2440785516" sldId="2147483661"/>
            <pc:sldLayoutMk cId="3657522076" sldId="2147483664"/>
          </pc:sldLayoutMkLst>
        </pc:sldLayoutChg>
        <pc:sldLayoutChg chg="add del mod replId">
          <pc:chgData name="Vishal Rajput" userId="333a1de60efd8c4a" providerId="Windows Live" clId="Web-{EB9B02A4-DC83-3AC9-067C-4A034F4B0F99}" dt="2024-11-11T06:03:38.341" v="131"/>
          <pc:sldLayoutMkLst>
            <pc:docMk/>
            <pc:sldMasterMk cId="2440785516" sldId="2147483661"/>
            <pc:sldLayoutMk cId="2578550108" sldId="2147483665"/>
          </pc:sldLayoutMkLst>
        </pc:sldLayoutChg>
        <pc:sldLayoutChg chg="add del mod replId">
          <pc:chgData name="Vishal Rajput" userId="333a1de60efd8c4a" providerId="Windows Live" clId="Web-{EB9B02A4-DC83-3AC9-067C-4A034F4B0F99}" dt="2024-11-11T06:03:38.341" v="131"/>
          <pc:sldLayoutMkLst>
            <pc:docMk/>
            <pc:sldMasterMk cId="2440785516" sldId="2147483661"/>
            <pc:sldLayoutMk cId="3328432175" sldId="2147483666"/>
          </pc:sldLayoutMkLst>
        </pc:sldLayoutChg>
        <pc:sldLayoutChg chg="add del mod replId">
          <pc:chgData name="Vishal Rajput" userId="333a1de60efd8c4a" providerId="Windows Live" clId="Web-{EB9B02A4-DC83-3AC9-067C-4A034F4B0F99}" dt="2024-11-11T06:03:38.341" v="131"/>
          <pc:sldLayoutMkLst>
            <pc:docMk/>
            <pc:sldMasterMk cId="2440785516" sldId="2147483661"/>
            <pc:sldLayoutMk cId="1438593482" sldId="2147483667"/>
          </pc:sldLayoutMkLst>
        </pc:sldLayoutChg>
        <pc:sldLayoutChg chg="add del mod replId">
          <pc:chgData name="Vishal Rajput" userId="333a1de60efd8c4a" providerId="Windows Live" clId="Web-{EB9B02A4-DC83-3AC9-067C-4A034F4B0F99}" dt="2024-11-11T06:03:38.341" v="131"/>
          <pc:sldLayoutMkLst>
            <pc:docMk/>
            <pc:sldMasterMk cId="2440785516" sldId="2147483661"/>
            <pc:sldLayoutMk cId="525047409" sldId="2147483668"/>
          </pc:sldLayoutMkLst>
        </pc:sldLayoutChg>
        <pc:sldLayoutChg chg="add del mod replId">
          <pc:chgData name="Vishal Rajput" userId="333a1de60efd8c4a" providerId="Windows Live" clId="Web-{EB9B02A4-DC83-3AC9-067C-4A034F4B0F99}" dt="2024-11-11T06:03:38.341" v="131"/>
          <pc:sldLayoutMkLst>
            <pc:docMk/>
            <pc:sldMasterMk cId="2440785516" sldId="2147483661"/>
            <pc:sldLayoutMk cId="555576879" sldId="2147483669"/>
          </pc:sldLayoutMkLst>
        </pc:sldLayoutChg>
        <pc:sldLayoutChg chg="add del mod replId">
          <pc:chgData name="Vishal Rajput" userId="333a1de60efd8c4a" providerId="Windows Live" clId="Web-{EB9B02A4-DC83-3AC9-067C-4A034F4B0F99}" dt="2024-11-11T06:03:38.341" v="131"/>
          <pc:sldLayoutMkLst>
            <pc:docMk/>
            <pc:sldMasterMk cId="2440785516" sldId="2147483661"/>
            <pc:sldLayoutMk cId="150372149" sldId="2147483670"/>
          </pc:sldLayoutMkLst>
        </pc:sldLayoutChg>
        <pc:sldLayoutChg chg="add del mod replId">
          <pc:chgData name="Vishal Rajput" userId="333a1de60efd8c4a" providerId="Windows Live" clId="Web-{EB9B02A4-DC83-3AC9-067C-4A034F4B0F99}" dt="2024-11-11T06:03:38.341" v="131"/>
          <pc:sldLayoutMkLst>
            <pc:docMk/>
            <pc:sldMasterMk cId="2440785516" sldId="2147483661"/>
            <pc:sldLayoutMk cId="3194522400" sldId="2147483671"/>
          </pc:sldLayoutMkLst>
        </pc:sldLayoutChg>
        <pc:sldLayoutChg chg="add del mod replId">
          <pc:chgData name="Vishal Rajput" userId="333a1de60efd8c4a" providerId="Windows Live" clId="Web-{EB9B02A4-DC83-3AC9-067C-4A034F4B0F99}" dt="2024-11-11T06:03:38.341" v="131"/>
          <pc:sldLayoutMkLst>
            <pc:docMk/>
            <pc:sldMasterMk cId="2440785516" sldId="2147483661"/>
            <pc:sldLayoutMk cId="79795284" sldId="2147483672"/>
          </pc:sldLayoutMkLst>
        </pc:sldLayoutChg>
        <pc:sldLayoutChg chg="add del mod replId">
          <pc:chgData name="Vishal Rajput" userId="333a1de60efd8c4a" providerId="Windows Live" clId="Web-{EB9B02A4-DC83-3AC9-067C-4A034F4B0F99}" dt="2024-11-11T06:03:38.341" v="131"/>
          <pc:sldLayoutMkLst>
            <pc:docMk/>
            <pc:sldMasterMk cId="2440785516" sldId="2147483661"/>
            <pc:sldLayoutMk cId="2608978033" sldId="2147483673"/>
          </pc:sldLayoutMkLst>
        </pc:sldLayoutChg>
      </pc:sldMasterChg>
      <pc:sldMasterChg chg="add del addSldLayout delSldLayout modSldLayout">
        <pc:chgData name="Vishal Rajput" userId="333a1de60efd8c4a" providerId="Windows Live" clId="Web-{EB9B02A4-DC83-3AC9-067C-4A034F4B0F99}" dt="2024-11-11T06:03:35.544" v="130"/>
        <pc:sldMasterMkLst>
          <pc:docMk/>
          <pc:sldMasterMk cId="2391662532" sldId="2147483674"/>
        </pc:sldMasterMkLst>
        <pc:sldLayoutChg chg="add del mod replId">
          <pc:chgData name="Vishal Rajput" userId="333a1de60efd8c4a" providerId="Windows Live" clId="Web-{EB9B02A4-DC83-3AC9-067C-4A034F4B0F99}" dt="2024-11-11T06:03:35.544" v="130"/>
          <pc:sldLayoutMkLst>
            <pc:docMk/>
            <pc:sldMasterMk cId="2391662532" sldId="2147483674"/>
            <pc:sldLayoutMk cId="124589192" sldId="2147483675"/>
          </pc:sldLayoutMkLst>
        </pc:sldLayoutChg>
        <pc:sldLayoutChg chg="add del mod replId">
          <pc:chgData name="Vishal Rajput" userId="333a1de60efd8c4a" providerId="Windows Live" clId="Web-{EB9B02A4-DC83-3AC9-067C-4A034F4B0F99}" dt="2024-11-11T06:03:35.544" v="130"/>
          <pc:sldLayoutMkLst>
            <pc:docMk/>
            <pc:sldMasterMk cId="2391662532" sldId="2147483674"/>
            <pc:sldLayoutMk cId="2699027007" sldId="2147483676"/>
          </pc:sldLayoutMkLst>
        </pc:sldLayoutChg>
        <pc:sldLayoutChg chg="add del mod replId">
          <pc:chgData name="Vishal Rajput" userId="333a1de60efd8c4a" providerId="Windows Live" clId="Web-{EB9B02A4-DC83-3AC9-067C-4A034F4B0F99}" dt="2024-11-11T06:03:35.544" v="130"/>
          <pc:sldLayoutMkLst>
            <pc:docMk/>
            <pc:sldMasterMk cId="2391662532" sldId="2147483674"/>
            <pc:sldLayoutMk cId="2182425794" sldId="2147483677"/>
          </pc:sldLayoutMkLst>
        </pc:sldLayoutChg>
        <pc:sldLayoutChg chg="add del mod replId">
          <pc:chgData name="Vishal Rajput" userId="333a1de60efd8c4a" providerId="Windows Live" clId="Web-{EB9B02A4-DC83-3AC9-067C-4A034F4B0F99}" dt="2024-11-11T06:03:35.544" v="130"/>
          <pc:sldLayoutMkLst>
            <pc:docMk/>
            <pc:sldMasterMk cId="2391662532" sldId="2147483674"/>
            <pc:sldLayoutMk cId="3411386006" sldId="2147483678"/>
          </pc:sldLayoutMkLst>
        </pc:sldLayoutChg>
        <pc:sldLayoutChg chg="add del mod replId">
          <pc:chgData name="Vishal Rajput" userId="333a1de60efd8c4a" providerId="Windows Live" clId="Web-{EB9B02A4-DC83-3AC9-067C-4A034F4B0F99}" dt="2024-11-11T06:03:35.544" v="130"/>
          <pc:sldLayoutMkLst>
            <pc:docMk/>
            <pc:sldMasterMk cId="2391662532" sldId="2147483674"/>
            <pc:sldLayoutMk cId="3939293572" sldId="2147483679"/>
          </pc:sldLayoutMkLst>
        </pc:sldLayoutChg>
        <pc:sldLayoutChg chg="add del mod replId">
          <pc:chgData name="Vishal Rajput" userId="333a1de60efd8c4a" providerId="Windows Live" clId="Web-{EB9B02A4-DC83-3AC9-067C-4A034F4B0F99}" dt="2024-11-11T06:03:35.544" v="130"/>
          <pc:sldLayoutMkLst>
            <pc:docMk/>
            <pc:sldMasterMk cId="2391662532" sldId="2147483674"/>
            <pc:sldLayoutMk cId="2802885826" sldId="2147483680"/>
          </pc:sldLayoutMkLst>
        </pc:sldLayoutChg>
        <pc:sldLayoutChg chg="add del mod replId">
          <pc:chgData name="Vishal Rajput" userId="333a1de60efd8c4a" providerId="Windows Live" clId="Web-{EB9B02A4-DC83-3AC9-067C-4A034F4B0F99}" dt="2024-11-11T06:03:35.544" v="130"/>
          <pc:sldLayoutMkLst>
            <pc:docMk/>
            <pc:sldMasterMk cId="2391662532" sldId="2147483674"/>
            <pc:sldLayoutMk cId="1255642917" sldId="2147483681"/>
          </pc:sldLayoutMkLst>
        </pc:sldLayoutChg>
        <pc:sldLayoutChg chg="add del mod replId">
          <pc:chgData name="Vishal Rajput" userId="333a1de60efd8c4a" providerId="Windows Live" clId="Web-{EB9B02A4-DC83-3AC9-067C-4A034F4B0F99}" dt="2024-11-11T06:03:35.544" v="130"/>
          <pc:sldLayoutMkLst>
            <pc:docMk/>
            <pc:sldMasterMk cId="2391662532" sldId="2147483674"/>
            <pc:sldLayoutMk cId="4287395708" sldId="2147483682"/>
          </pc:sldLayoutMkLst>
        </pc:sldLayoutChg>
        <pc:sldLayoutChg chg="add del mod replId">
          <pc:chgData name="Vishal Rajput" userId="333a1de60efd8c4a" providerId="Windows Live" clId="Web-{EB9B02A4-DC83-3AC9-067C-4A034F4B0F99}" dt="2024-11-11T06:03:35.544" v="130"/>
          <pc:sldLayoutMkLst>
            <pc:docMk/>
            <pc:sldMasterMk cId="2391662532" sldId="2147483674"/>
            <pc:sldLayoutMk cId="1866406216" sldId="2147483683"/>
          </pc:sldLayoutMkLst>
        </pc:sldLayoutChg>
        <pc:sldLayoutChg chg="add del mod replId">
          <pc:chgData name="Vishal Rajput" userId="333a1de60efd8c4a" providerId="Windows Live" clId="Web-{EB9B02A4-DC83-3AC9-067C-4A034F4B0F99}" dt="2024-11-11T06:03:35.544" v="130"/>
          <pc:sldLayoutMkLst>
            <pc:docMk/>
            <pc:sldMasterMk cId="2391662532" sldId="2147483674"/>
            <pc:sldLayoutMk cId="332978934" sldId="2147483684"/>
          </pc:sldLayoutMkLst>
        </pc:sldLayoutChg>
        <pc:sldLayoutChg chg="add del mod replId">
          <pc:chgData name="Vishal Rajput" userId="333a1de60efd8c4a" providerId="Windows Live" clId="Web-{EB9B02A4-DC83-3AC9-067C-4A034F4B0F99}" dt="2024-11-11T06:03:35.544" v="130"/>
          <pc:sldLayoutMkLst>
            <pc:docMk/>
            <pc:sldMasterMk cId="2391662532" sldId="2147483674"/>
            <pc:sldLayoutMk cId="160185339" sldId="2147483685"/>
          </pc:sldLayoutMkLst>
        </pc:sldLayoutChg>
        <pc:sldLayoutChg chg="add del mod replId">
          <pc:chgData name="Vishal Rajput" userId="333a1de60efd8c4a" providerId="Windows Live" clId="Web-{EB9B02A4-DC83-3AC9-067C-4A034F4B0F99}" dt="2024-11-11T06:03:35.544" v="130"/>
          <pc:sldLayoutMkLst>
            <pc:docMk/>
            <pc:sldMasterMk cId="2391662532" sldId="2147483674"/>
            <pc:sldLayoutMk cId="1260211446" sldId="2147483686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B2A667-77E9-4A98-B117-7ABFFFD708BC}" type="doc">
      <dgm:prSet loTypeId="urn:microsoft.com/office/officeart/2005/8/layout/vProcess5" loCatId="process" qsTypeId="urn:microsoft.com/office/officeart/2005/8/quickstyle/simple1" qsCatId="simple" csTypeId="urn:microsoft.com/office/officeart/2005/8/colors/accent3_3" csCatId="accent3"/>
      <dgm:spPr/>
      <dgm:t>
        <a:bodyPr/>
        <a:lstStyle/>
        <a:p>
          <a:endParaRPr lang="en-US"/>
        </a:p>
      </dgm:t>
    </dgm:pt>
    <dgm:pt modelId="{ADA23361-9357-48BE-B0ED-D769D65D48EE}">
      <dgm:prSet/>
      <dgm:spPr/>
      <dgm:t>
        <a:bodyPr/>
        <a:lstStyle/>
        <a:p>
          <a:r>
            <a:rPr lang="en-US"/>
            <a:t>- Responsive design with HTML &amp; CSS.</a:t>
          </a:r>
        </a:p>
      </dgm:t>
    </dgm:pt>
    <dgm:pt modelId="{A34B55FF-E78D-45C5-BA83-89E9E2B93B9E}" type="parTrans" cxnId="{7BFEA5E8-FB8B-4F00-AF0F-21AB6D5865FB}">
      <dgm:prSet/>
      <dgm:spPr/>
      <dgm:t>
        <a:bodyPr/>
        <a:lstStyle/>
        <a:p>
          <a:endParaRPr lang="en-US"/>
        </a:p>
      </dgm:t>
    </dgm:pt>
    <dgm:pt modelId="{95FF36B1-1233-444F-AD8F-D995B283D36C}" type="sibTrans" cxnId="{7BFEA5E8-FB8B-4F00-AF0F-21AB6D5865FB}">
      <dgm:prSet/>
      <dgm:spPr/>
      <dgm:t>
        <a:bodyPr/>
        <a:lstStyle/>
        <a:p>
          <a:endParaRPr lang="en-US"/>
        </a:p>
      </dgm:t>
    </dgm:pt>
    <dgm:pt modelId="{37DEF583-ACED-447F-9E60-311EC903C170}">
      <dgm:prSet/>
      <dgm:spPr/>
      <dgm:t>
        <a:bodyPr/>
        <a:lstStyle/>
        <a:p>
          <a:r>
            <a:rPr lang="en-US"/>
            <a:t>- Interactive elements powered by JavaScript.</a:t>
          </a:r>
        </a:p>
      </dgm:t>
    </dgm:pt>
    <dgm:pt modelId="{DE03FC81-C347-48DF-9B61-A0EA53991BE7}" type="parTrans" cxnId="{29FCACD2-36AD-45C4-B8C6-84284C88EA9A}">
      <dgm:prSet/>
      <dgm:spPr/>
      <dgm:t>
        <a:bodyPr/>
        <a:lstStyle/>
        <a:p>
          <a:endParaRPr lang="en-US"/>
        </a:p>
      </dgm:t>
    </dgm:pt>
    <dgm:pt modelId="{3B7DB5F8-F45A-421A-AF1C-7011BA6B920E}" type="sibTrans" cxnId="{29FCACD2-36AD-45C4-B8C6-84284C88EA9A}">
      <dgm:prSet/>
      <dgm:spPr/>
      <dgm:t>
        <a:bodyPr/>
        <a:lstStyle/>
        <a:p>
          <a:endParaRPr lang="en-US"/>
        </a:p>
      </dgm:t>
    </dgm:pt>
    <dgm:pt modelId="{5A5C3C98-1F77-48BF-B025-5B9E96D8F8C0}">
      <dgm:prSet/>
      <dgm:spPr/>
      <dgm:t>
        <a:bodyPr/>
        <a:lstStyle/>
        <a:p>
          <a:r>
            <a:rPr lang="en-US"/>
            <a:t>- User-friendly UI/UX design.</a:t>
          </a:r>
        </a:p>
      </dgm:t>
    </dgm:pt>
    <dgm:pt modelId="{BEE6FA79-C007-46B9-ADD7-EA7BF32C164F}" type="parTrans" cxnId="{DB871410-7F98-41D1-91E4-F55148E210B3}">
      <dgm:prSet/>
      <dgm:spPr/>
      <dgm:t>
        <a:bodyPr/>
        <a:lstStyle/>
        <a:p>
          <a:endParaRPr lang="en-US"/>
        </a:p>
      </dgm:t>
    </dgm:pt>
    <dgm:pt modelId="{B57FD38A-6764-461B-8251-593273F40C12}" type="sibTrans" cxnId="{DB871410-7F98-41D1-91E4-F55148E210B3}">
      <dgm:prSet/>
      <dgm:spPr/>
      <dgm:t>
        <a:bodyPr/>
        <a:lstStyle/>
        <a:p>
          <a:endParaRPr lang="en-US"/>
        </a:p>
      </dgm:t>
    </dgm:pt>
    <dgm:pt modelId="{DFC3170A-35E7-492C-B547-859CAADE37B7}" type="pres">
      <dgm:prSet presAssocID="{96B2A667-77E9-4A98-B117-7ABFFFD708BC}" presName="outerComposite" presStyleCnt="0">
        <dgm:presLayoutVars>
          <dgm:chMax val="5"/>
          <dgm:dir/>
          <dgm:resizeHandles val="exact"/>
        </dgm:presLayoutVars>
      </dgm:prSet>
      <dgm:spPr/>
    </dgm:pt>
    <dgm:pt modelId="{3EB00352-03F5-487B-8D91-3D92CB0F6F8F}" type="pres">
      <dgm:prSet presAssocID="{96B2A667-77E9-4A98-B117-7ABFFFD708BC}" presName="dummyMaxCanvas" presStyleCnt="0">
        <dgm:presLayoutVars/>
      </dgm:prSet>
      <dgm:spPr/>
    </dgm:pt>
    <dgm:pt modelId="{3D7EF39D-0F10-4CD1-8950-84A7873C039D}" type="pres">
      <dgm:prSet presAssocID="{96B2A667-77E9-4A98-B117-7ABFFFD708BC}" presName="ThreeNodes_1" presStyleLbl="node1" presStyleIdx="0" presStyleCnt="3">
        <dgm:presLayoutVars>
          <dgm:bulletEnabled val="1"/>
        </dgm:presLayoutVars>
      </dgm:prSet>
      <dgm:spPr/>
    </dgm:pt>
    <dgm:pt modelId="{F4E98DE8-A617-4C82-B09D-036BCBB7BDF6}" type="pres">
      <dgm:prSet presAssocID="{96B2A667-77E9-4A98-B117-7ABFFFD708BC}" presName="ThreeNodes_2" presStyleLbl="node1" presStyleIdx="1" presStyleCnt="3">
        <dgm:presLayoutVars>
          <dgm:bulletEnabled val="1"/>
        </dgm:presLayoutVars>
      </dgm:prSet>
      <dgm:spPr/>
    </dgm:pt>
    <dgm:pt modelId="{5107CA98-F12F-4C83-B4A9-04670990E1B7}" type="pres">
      <dgm:prSet presAssocID="{96B2A667-77E9-4A98-B117-7ABFFFD708BC}" presName="ThreeNodes_3" presStyleLbl="node1" presStyleIdx="2" presStyleCnt="3">
        <dgm:presLayoutVars>
          <dgm:bulletEnabled val="1"/>
        </dgm:presLayoutVars>
      </dgm:prSet>
      <dgm:spPr/>
    </dgm:pt>
    <dgm:pt modelId="{5C67B46E-70EC-4D2C-B239-9BE88F09FBF4}" type="pres">
      <dgm:prSet presAssocID="{96B2A667-77E9-4A98-B117-7ABFFFD708BC}" presName="ThreeConn_1-2" presStyleLbl="fgAccFollowNode1" presStyleIdx="0" presStyleCnt="2">
        <dgm:presLayoutVars>
          <dgm:bulletEnabled val="1"/>
        </dgm:presLayoutVars>
      </dgm:prSet>
      <dgm:spPr/>
    </dgm:pt>
    <dgm:pt modelId="{A786822A-76B7-43FE-81D1-9DCC28E9A4D1}" type="pres">
      <dgm:prSet presAssocID="{96B2A667-77E9-4A98-B117-7ABFFFD708BC}" presName="ThreeConn_2-3" presStyleLbl="fgAccFollowNode1" presStyleIdx="1" presStyleCnt="2">
        <dgm:presLayoutVars>
          <dgm:bulletEnabled val="1"/>
        </dgm:presLayoutVars>
      </dgm:prSet>
      <dgm:spPr/>
    </dgm:pt>
    <dgm:pt modelId="{EE4F1768-251F-491F-AE73-73BF6F3ABD64}" type="pres">
      <dgm:prSet presAssocID="{96B2A667-77E9-4A98-B117-7ABFFFD708BC}" presName="ThreeNodes_1_text" presStyleLbl="node1" presStyleIdx="2" presStyleCnt="3">
        <dgm:presLayoutVars>
          <dgm:bulletEnabled val="1"/>
        </dgm:presLayoutVars>
      </dgm:prSet>
      <dgm:spPr/>
    </dgm:pt>
    <dgm:pt modelId="{B1E74D01-C522-4FC4-97DC-425CEF0E678B}" type="pres">
      <dgm:prSet presAssocID="{96B2A667-77E9-4A98-B117-7ABFFFD708BC}" presName="ThreeNodes_2_text" presStyleLbl="node1" presStyleIdx="2" presStyleCnt="3">
        <dgm:presLayoutVars>
          <dgm:bulletEnabled val="1"/>
        </dgm:presLayoutVars>
      </dgm:prSet>
      <dgm:spPr/>
    </dgm:pt>
    <dgm:pt modelId="{949F5985-5DF4-4A74-AD9D-DC34F63AFE2E}" type="pres">
      <dgm:prSet presAssocID="{96B2A667-77E9-4A98-B117-7ABFFFD708BC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59751901-8133-41C6-9F0C-D0E10507876B}" type="presOf" srcId="{37DEF583-ACED-447F-9E60-311EC903C170}" destId="{F4E98DE8-A617-4C82-B09D-036BCBB7BDF6}" srcOrd="0" destOrd="0" presId="urn:microsoft.com/office/officeart/2005/8/layout/vProcess5"/>
    <dgm:cxn modelId="{DB871410-7F98-41D1-91E4-F55148E210B3}" srcId="{96B2A667-77E9-4A98-B117-7ABFFFD708BC}" destId="{5A5C3C98-1F77-48BF-B025-5B9E96D8F8C0}" srcOrd="2" destOrd="0" parTransId="{BEE6FA79-C007-46B9-ADD7-EA7BF32C164F}" sibTransId="{B57FD38A-6764-461B-8251-593273F40C12}"/>
    <dgm:cxn modelId="{11F08B1B-04D3-4266-A186-1BE076463D70}" type="presOf" srcId="{3B7DB5F8-F45A-421A-AF1C-7011BA6B920E}" destId="{A786822A-76B7-43FE-81D1-9DCC28E9A4D1}" srcOrd="0" destOrd="0" presId="urn:microsoft.com/office/officeart/2005/8/layout/vProcess5"/>
    <dgm:cxn modelId="{FCD63440-1A19-49F4-B62E-64EABC860EC1}" type="presOf" srcId="{5A5C3C98-1F77-48BF-B025-5B9E96D8F8C0}" destId="{949F5985-5DF4-4A74-AD9D-DC34F63AFE2E}" srcOrd="1" destOrd="0" presId="urn:microsoft.com/office/officeart/2005/8/layout/vProcess5"/>
    <dgm:cxn modelId="{5105E062-926B-4405-92BA-9486FE58E45B}" type="presOf" srcId="{ADA23361-9357-48BE-B0ED-D769D65D48EE}" destId="{EE4F1768-251F-491F-AE73-73BF6F3ABD64}" srcOrd="1" destOrd="0" presId="urn:microsoft.com/office/officeart/2005/8/layout/vProcess5"/>
    <dgm:cxn modelId="{0128994F-A130-48D8-8E04-14D290CD5268}" type="presOf" srcId="{37DEF583-ACED-447F-9E60-311EC903C170}" destId="{B1E74D01-C522-4FC4-97DC-425CEF0E678B}" srcOrd="1" destOrd="0" presId="urn:microsoft.com/office/officeart/2005/8/layout/vProcess5"/>
    <dgm:cxn modelId="{37EE9A52-ADE3-4091-BF5D-1393D4871E54}" type="presOf" srcId="{96B2A667-77E9-4A98-B117-7ABFFFD708BC}" destId="{DFC3170A-35E7-492C-B547-859CAADE37B7}" srcOrd="0" destOrd="0" presId="urn:microsoft.com/office/officeart/2005/8/layout/vProcess5"/>
    <dgm:cxn modelId="{3623B989-7373-4309-B57A-EC0EBF647A51}" type="presOf" srcId="{ADA23361-9357-48BE-B0ED-D769D65D48EE}" destId="{3D7EF39D-0F10-4CD1-8950-84A7873C039D}" srcOrd="0" destOrd="0" presId="urn:microsoft.com/office/officeart/2005/8/layout/vProcess5"/>
    <dgm:cxn modelId="{7FB3FBAF-7164-4413-B165-9A4A33CDFD2C}" type="presOf" srcId="{5A5C3C98-1F77-48BF-B025-5B9E96D8F8C0}" destId="{5107CA98-F12F-4C83-B4A9-04670990E1B7}" srcOrd="0" destOrd="0" presId="urn:microsoft.com/office/officeart/2005/8/layout/vProcess5"/>
    <dgm:cxn modelId="{57A478B1-3145-4D98-BC0D-D8F208C69A65}" type="presOf" srcId="{95FF36B1-1233-444F-AD8F-D995B283D36C}" destId="{5C67B46E-70EC-4D2C-B239-9BE88F09FBF4}" srcOrd="0" destOrd="0" presId="urn:microsoft.com/office/officeart/2005/8/layout/vProcess5"/>
    <dgm:cxn modelId="{29FCACD2-36AD-45C4-B8C6-84284C88EA9A}" srcId="{96B2A667-77E9-4A98-B117-7ABFFFD708BC}" destId="{37DEF583-ACED-447F-9E60-311EC903C170}" srcOrd="1" destOrd="0" parTransId="{DE03FC81-C347-48DF-9B61-A0EA53991BE7}" sibTransId="{3B7DB5F8-F45A-421A-AF1C-7011BA6B920E}"/>
    <dgm:cxn modelId="{7BFEA5E8-FB8B-4F00-AF0F-21AB6D5865FB}" srcId="{96B2A667-77E9-4A98-B117-7ABFFFD708BC}" destId="{ADA23361-9357-48BE-B0ED-D769D65D48EE}" srcOrd="0" destOrd="0" parTransId="{A34B55FF-E78D-45C5-BA83-89E9E2B93B9E}" sibTransId="{95FF36B1-1233-444F-AD8F-D995B283D36C}"/>
    <dgm:cxn modelId="{236BCDF7-1CB1-4883-91DB-70EBF7AA821D}" type="presParOf" srcId="{DFC3170A-35E7-492C-B547-859CAADE37B7}" destId="{3EB00352-03F5-487B-8D91-3D92CB0F6F8F}" srcOrd="0" destOrd="0" presId="urn:microsoft.com/office/officeart/2005/8/layout/vProcess5"/>
    <dgm:cxn modelId="{DD63F99B-B4C4-4102-B313-14E733769192}" type="presParOf" srcId="{DFC3170A-35E7-492C-B547-859CAADE37B7}" destId="{3D7EF39D-0F10-4CD1-8950-84A7873C039D}" srcOrd="1" destOrd="0" presId="urn:microsoft.com/office/officeart/2005/8/layout/vProcess5"/>
    <dgm:cxn modelId="{617A0FEA-483D-48ED-A47B-BBB189911BC8}" type="presParOf" srcId="{DFC3170A-35E7-492C-B547-859CAADE37B7}" destId="{F4E98DE8-A617-4C82-B09D-036BCBB7BDF6}" srcOrd="2" destOrd="0" presId="urn:microsoft.com/office/officeart/2005/8/layout/vProcess5"/>
    <dgm:cxn modelId="{700E3013-5FAA-4210-9CC9-5E7A4DC15F28}" type="presParOf" srcId="{DFC3170A-35E7-492C-B547-859CAADE37B7}" destId="{5107CA98-F12F-4C83-B4A9-04670990E1B7}" srcOrd="3" destOrd="0" presId="urn:microsoft.com/office/officeart/2005/8/layout/vProcess5"/>
    <dgm:cxn modelId="{9ABDC908-38F7-4F55-83D6-84F81E282AB9}" type="presParOf" srcId="{DFC3170A-35E7-492C-B547-859CAADE37B7}" destId="{5C67B46E-70EC-4D2C-B239-9BE88F09FBF4}" srcOrd="4" destOrd="0" presId="urn:microsoft.com/office/officeart/2005/8/layout/vProcess5"/>
    <dgm:cxn modelId="{C32D4300-602C-4186-90F7-E83DD729E6F2}" type="presParOf" srcId="{DFC3170A-35E7-492C-B547-859CAADE37B7}" destId="{A786822A-76B7-43FE-81D1-9DCC28E9A4D1}" srcOrd="5" destOrd="0" presId="urn:microsoft.com/office/officeart/2005/8/layout/vProcess5"/>
    <dgm:cxn modelId="{DAF65397-B5F2-4ADB-B35A-6217E895C06C}" type="presParOf" srcId="{DFC3170A-35E7-492C-B547-859CAADE37B7}" destId="{EE4F1768-251F-491F-AE73-73BF6F3ABD64}" srcOrd="6" destOrd="0" presId="urn:microsoft.com/office/officeart/2005/8/layout/vProcess5"/>
    <dgm:cxn modelId="{2657006D-B2E5-47B3-9C8A-9FCE51400DB3}" type="presParOf" srcId="{DFC3170A-35E7-492C-B547-859CAADE37B7}" destId="{B1E74D01-C522-4FC4-97DC-425CEF0E678B}" srcOrd="7" destOrd="0" presId="urn:microsoft.com/office/officeart/2005/8/layout/vProcess5"/>
    <dgm:cxn modelId="{D8A7D8A1-6136-4343-8910-56632AD6716C}" type="presParOf" srcId="{DFC3170A-35E7-492C-B547-859CAADE37B7}" destId="{949F5985-5DF4-4A74-AD9D-DC34F63AFE2E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7EF39D-0F10-4CD1-8950-84A7873C039D}">
      <dsp:nvSpPr>
        <dsp:cNvPr id="0" name=""/>
        <dsp:cNvSpPr/>
      </dsp:nvSpPr>
      <dsp:spPr>
        <a:xfrm>
          <a:off x="0" y="0"/>
          <a:ext cx="9346190" cy="1061099"/>
        </a:xfrm>
        <a:prstGeom prst="roundRect">
          <a:avLst>
            <a:gd name="adj" fmla="val 10000"/>
          </a:avLst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- Responsive design with HTML &amp; CSS.</a:t>
          </a:r>
        </a:p>
      </dsp:txBody>
      <dsp:txXfrm>
        <a:off x="31079" y="31079"/>
        <a:ext cx="8201180" cy="998941"/>
      </dsp:txXfrm>
    </dsp:sp>
    <dsp:sp modelId="{F4E98DE8-A617-4C82-B09D-036BCBB7BDF6}">
      <dsp:nvSpPr>
        <dsp:cNvPr id="0" name=""/>
        <dsp:cNvSpPr/>
      </dsp:nvSpPr>
      <dsp:spPr>
        <a:xfrm>
          <a:off x="824663" y="1237949"/>
          <a:ext cx="9346190" cy="1061099"/>
        </a:xfrm>
        <a:prstGeom prst="roundRect">
          <a:avLst>
            <a:gd name="adj" fmla="val 10000"/>
          </a:avLst>
        </a:prstGeom>
        <a:solidFill>
          <a:schemeClr val="accent3">
            <a:shade val="80000"/>
            <a:hueOff val="0"/>
            <a:satOff val="0"/>
            <a:lumOff val="95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- Interactive elements powered by JavaScript.</a:t>
          </a:r>
        </a:p>
      </dsp:txBody>
      <dsp:txXfrm>
        <a:off x="855742" y="1269028"/>
        <a:ext cx="7769653" cy="998941"/>
      </dsp:txXfrm>
    </dsp:sp>
    <dsp:sp modelId="{5107CA98-F12F-4C83-B4A9-04670990E1B7}">
      <dsp:nvSpPr>
        <dsp:cNvPr id="0" name=""/>
        <dsp:cNvSpPr/>
      </dsp:nvSpPr>
      <dsp:spPr>
        <a:xfrm>
          <a:off x="1649327" y="2475898"/>
          <a:ext cx="9346190" cy="1061099"/>
        </a:xfrm>
        <a:prstGeom prst="roundRect">
          <a:avLst>
            <a:gd name="adj" fmla="val 10000"/>
          </a:avLst>
        </a:prstGeom>
        <a:solidFill>
          <a:schemeClr val="accent3">
            <a:shade val="80000"/>
            <a:hueOff val="0"/>
            <a:satOff val="0"/>
            <a:lumOff val="1909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- User-friendly UI/UX design.</a:t>
          </a:r>
        </a:p>
      </dsp:txBody>
      <dsp:txXfrm>
        <a:off x="1680406" y="2506977"/>
        <a:ext cx="7769653" cy="998941"/>
      </dsp:txXfrm>
    </dsp:sp>
    <dsp:sp modelId="{5C67B46E-70EC-4D2C-B239-9BE88F09FBF4}">
      <dsp:nvSpPr>
        <dsp:cNvPr id="0" name=""/>
        <dsp:cNvSpPr/>
      </dsp:nvSpPr>
      <dsp:spPr>
        <a:xfrm>
          <a:off x="8656475" y="804667"/>
          <a:ext cx="689714" cy="689714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8811661" y="804667"/>
        <a:ext cx="379342" cy="519010"/>
      </dsp:txXfrm>
    </dsp:sp>
    <dsp:sp modelId="{A786822A-76B7-43FE-81D1-9DCC28E9A4D1}">
      <dsp:nvSpPr>
        <dsp:cNvPr id="0" name=""/>
        <dsp:cNvSpPr/>
      </dsp:nvSpPr>
      <dsp:spPr>
        <a:xfrm>
          <a:off x="9481139" y="2035542"/>
          <a:ext cx="689714" cy="689714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9636325" y="2035542"/>
        <a:ext cx="379342" cy="5190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E08F-6ECB-4215-B288-92C697FF8275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5D32E-6D40-4BB3-99D1-DE08AB602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940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E08F-6ECB-4215-B288-92C697FF8275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5D32E-6D40-4BB3-99D1-DE08AB602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872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E08F-6ECB-4215-B288-92C697FF8275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5D32E-6D40-4BB3-99D1-DE08AB602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285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E08F-6ECB-4215-B288-92C697FF8275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5D32E-6D40-4BB3-99D1-DE08AB602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269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E08F-6ECB-4215-B288-92C697FF8275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5D32E-6D40-4BB3-99D1-DE08AB602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700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E08F-6ECB-4215-B288-92C697FF8275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5D32E-6D40-4BB3-99D1-DE08AB602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841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E08F-6ECB-4215-B288-92C697FF8275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5D32E-6D40-4BB3-99D1-DE08AB602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95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E08F-6ECB-4215-B288-92C697FF8275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5D32E-6D40-4BB3-99D1-DE08AB602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7807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E08F-6ECB-4215-B288-92C697FF8275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5D32E-6D40-4BB3-99D1-DE08AB602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306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E08F-6ECB-4215-B288-92C697FF8275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5D32E-6D40-4BB3-99D1-DE08AB602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695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E08F-6ECB-4215-B288-92C697FF8275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5D32E-6D40-4BB3-99D1-DE08AB602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52001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A9E08F-6ECB-4215-B288-92C697FF8275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15D32E-6D40-4BB3-99D1-DE08AB602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298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A9E08F-6ECB-4215-B288-92C697FF8275}" type="datetimeFigureOut">
              <a:rPr lang="en-IN" smtClean="0"/>
              <a:t>10-11-2024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5D32E-6D40-4BB3-99D1-DE08AB6022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731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D03D06D1-1C33-4DFA-B7B4-D5C4FC988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199" y="1174819"/>
            <a:ext cx="6143625" cy="2858363"/>
          </a:xfrm>
        </p:spPr>
        <p:txBody>
          <a:bodyPr>
            <a:normAutofit/>
          </a:bodyPr>
          <a:lstStyle/>
          <a:p>
            <a:pPr algn="l"/>
            <a:r>
              <a:rPr lang="en-IN" sz="7200" b="1" err="1">
                <a:solidFill>
                  <a:schemeClr val="bg1"/>
                </a:solidFill>
              </a:rPr>
              <a:t>AutoZenith</a:t>
            </a:r>
            <a:r>
              <a:rPr lang="en-IN" sz="72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5024" y="4414180"/>
            <a:ext cx="6147335" cy="1594507"/>
          </a:xfrm>
        </p:spPr>
        <p:txBody>
          <a:bodyPr>
            <a:normAutofit/>
          </a:bodyPr>
          <a:lstStyle/>
          <a:p>
            <a:pPr algn="l"/>
            <a:r>
              <a:rPr lang="en-IN">
                <a:solidFill>
                  <a:schemeClr val="bg1"/>
                </a:solidFill>
              </a:rPr>
              <a:t>"Driving Dreams, Delivering Quality." 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F38C4C7-BA32-4EA2-AC81-B4CB9A0CD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48048" y="0"/>
            <a:ext cx="4543952" cy="6858000"/>
          </a:xfrm>
          <a:custGeom>
            <a:avLst/>
            <a:gdLst>
              <a:gd name="connsiteX0" fmla="*/ 328959 w 4543952"/>
              <a:gd name="connsiteY0" fmla="*/ 6564619 h 6858000"/>
              <a:gd name="connsiteX1" fmla="*/ 306480 w 4543952"/>
              <a:gd name="connsiteY1" fmla="*/ 6588624 h 6858000"/>
              <a:gd name="connsiteX2" fmla="*/ 289858 w 4543952"/>
              <a:gd name="connsiteY2" fmla="*/ 6625223 h 6858000"/>
              <a:gd name="connsiteX3" fmla="*/ 289858 w 4543952"/>
              <a:gd name="connsiteY3" fmla="*/ 6625224 h 6858000"/>
              <a:gd name="connsiteX4" fmla="*/ 289870 w 4543952"/>
              <a:gd name="connsiteY4" fmla="*/ 6645551 h 6858000"/>
              <a:gd name="connsiteX5" fmla="*/ 296953 w 4543952"/>
              <a:gd name="connsiteY5" fmla="*/ 6662539 h 6858000"/>
              <a:gd name="connsiteX6" fmla="*/ 296953 w 4543952"/>
              <a:gd name="connsiteY6" fmla="*/ 6662541 h 6858000"/>
              <a:gd name="connsiteX7" fmla="*/ 296954 w 4543952"/>
              <a:gd name="connsiteY7" fmla="*/ 6662543 h 6858000"/>
              <a:gd name="connsiteX8" fmla="*/ 311551 w 4543952"/>
              <a:gd name="connsiteY8" fmla="*/ 6702975 h 6858000"/>
              <a:gd name="connsiteX9" fmla="*/ 297715 w 4543952"/>
              <a:gd name="connsiteY9" fmla="*/ 6742551 h 6858000"/>
              <a:gd name="connsiteX10" fmla="*/ 297714 w 4543952"/>
              <a:gd name="connsiteY10" fmla="*/ 6742554 h 6858000"/>
              <a:gd name="connsiteX11" fmla="*/ 283011 w 4543952"/>
              <a:gd name="connsiteY11" fmla="*/ 6776799 h 6858000"/>
              <a:gd name="connsiteX12" fmla="*/ 278238 w 4543952"/>
              <a:gd name="connsiteY12" fmla="*/ 6812061 h 6858000"/>
              <a:gd name="connsiteX13" fmla="*/ 278237 w 4543952"/>
              <a:gd name="connsiteY13" fmla="*/ 6812062 h 6858000"/>
              <a:gd name="connsiteX14" fmla="*/ 278237 w 4543952"/>
              <a:gd name="connsiteY14" fmla="*/ 6812063 h 6858000"/>
              <a:gd name="connsiteX15" fmla="*/ 278238 w 4543952"/>
              <a:gd name="connsiteY15" fmla="*/ 6812061 h 6858000"/>
              <a:gd name="connsiteX16" fmla="*/ 297714 w 4543952"/>
              <a:gd name="connsiteY16" fmla="*/ 6742554 h 6858000"/>
              <a:gd name="connsiteX17" fmla="*/ 297715 w 4543952"/>
              <a:gd name="connsiteY17" fmla="*/ 6742552 h 6858000"/>
              <a:gd name="connsiteX18" fmla="*/ 311551 w 4543952"/>
              <a:gd name="connsiteY18" fmla="*/ 6702976 h 6858000"/>
              <a:gd name="connsiteX19" fmla="*/ 311551 w 4543952"/>
              <a:gd name="connsiteY19" fmla="*/ 6702975 h 6858000"/>
              <a:gd name="connsiteX20" fmla="*/ 308405 w 4543952"/>
              <a:gd name="connsiteY20" fmla="*/ 6683026 h 6858000"/>
              <a:gd name="connsiteX21" fmla="*/ 296954 w 4543952"/>
              <a:gd name="connsiteY21" fmla="*/ 6662543 h 6858000"/>
              <a:gd name="connsiteX22" fmla="*/ 296953 w 4543952"/>
              <a:gd name="connsiteY22" fmla="*/ 6662540 h 6858000"/>
              <a:gd name="connsiteX23" fmla="*/ 296953 w 4543952"/>
              <a:gd name="connsiteY23" fmla="*/ 6662539 h 6858000"/>
              <a:gd name="connsiteX24" fmla="*/ 289858 w 4543952"/>
              <a:gd name="connsiteY24" fmla="*/ 6625224 h 6858000"/>
              <a:gd name="connsiteX25" fmla="*/ 306480 w 4543952"/>
              <a:gd name="connsiteY25" fmla="*/ 6588625 h 6858000"/>
              <a:gd name="connsiteX26" fmla="*/ 328959 w 4543952"/>
              <a:gd name="connsiteY26" fmla="*/ 6564620 h 6858000"/>
              <a:gd name="connsiteX27" fmla="*/ 248638 w 4543952"/>
              <a:gd name="connsiteY27" fmla="*/ 6438980 h 6858000"/>
              <a:gd name="connsiteX28" fmla="*/ 268569 w 4543952"/>
              <a:gd name="connsiteY28" fmla="*/ 6463840 h 6858000"/>
              <a:gd name="connsiteX29" fmla="*/ 268572 w 4543952"/>
              <a:gd name="connsiteY29" fmla="*/ 6463848 h 6858000"/>
              <a:gd name="connsiteX30" fmla="*/ 279556 w 4543952"/>
              <a:gd name="connsiteY30" fmla="*/ 6508051 h 6858000"/>
              <a:gd name="connsiteX31" fmla="*/ 282367 w 4543952"/>
              <a:gd name="connsiteY31" fmla="*/ 6513011 h 6858000"/>
              <a:gd name="connsiteX32" fmla="*/ 284834 w 4543952"/>
              <a:gd name="connsiteY32" fmla="*/ 6521803 h 6858000"/>
              <a:gd name="connsiteX33" fmla="*/ 301172 w 4543952"/>
              <a:gd name="connsiteY33" fmla="*/ 6546194 h 6858000"/>
              <a:gd name="connsiteX34" fmla="*/ 301172 w 4543952"/>
              <a:gd name="connsiteY34" fmla="*/ 6546193 h 6858000"/>
              <a:gd name="connsiteX35" fmla="*/ 282367 w 4543952"/>
              <a:gd name="connsiteY35" fmla="*/ 6513011 h 6858000"/>
              <a:gd name="connsiteX36" fmla="*/ 268572 w 4543952"/>
              <a:gd name="connsiteY36" fmla="*/ 6463848 h 6858000"/>
              <a:gd name="connsiteX37" fmla="*/ 268569 w 4543952"/>
              <a:gd name="connsiteY37" fmla="*/ 6463839 h 6858000"/>
              <a:gd name="connsiteX38" fmla="*/ 166047 w 4543952"/>
              <a:gd name="connsiteY38" fmla="*/ 6392242 h 6858000"/>
              <a:gd name="connsiteX39" fmla="*/ 173364 w 4543952"/>
              <a:gd name="connsiteY39" fmla="*/ 6407332 h 6858000"/>
              <a:gd name="connsiteX40" fmla="*/ 173364 w 4543952"/>
              <a:gd name="connsiteY40" fmla="*/ 6407331 h 6858000"/>
              <a:gd name="connsiteX41" fmla="*/ 401733 w 4543952"/>
              <a:gd name="connsiteY41" fmla="*/ 4221390 h 6858000"/>
              <a:gd name="connsiteX42" fmla="*/ 396017 w 4543952"/>
              <a:gd name="connsiteY42" fmla="*/ 4253013 h 6858000"/>
              <a:gd name="connsiteX43" fmla="*/ 356201 w 4543952"/>
              <a:gd name="connsiteY43" fmla="*/ 4324644 h 6858000"/>
              <a:gd name="connsiteX44" fmla="*/ 347247 w 4543952"/>
              <a:gd name="connsiteY44" fmla="*/ 4363889 h 6858000"/>
              <a:gd name="connsiteX45" fmla="*/ 347247 w 4543952"/>
              <a:gd name="connsiteY45" fmla="*/ 4363890 h 6858000"/>
              <a:gd name="connsiteX46" fmla="*/ 348009 w 4543952"/>
              <a:gd name="connsiteY46" fmla="*/ 4482004 h 6858000"/>
              <a:gd name="connsiteX47" fmla="*/ 408019 w 4543952"/>
              <a:gd name="connsiteY47" fmla="*/ 4659174 h 6858000"/>
              <a:gd name="connsiteX48" fmla="*/ 416021 w 4543952"/>
              <a:gd name="connsiteY48" fmla="*/ 4677655 h 6858000"/>
              <a:gd name="connsiteX49" fmla="*/ 425928 w 4543952"/>
              <a:gd name="connsiteY49" fmla="*/ 4767764 h 6858000"/>
              <a:gd name="connsiteX50" fmla="*/ 427237 w 4543952"/>
              <a:gd name="connsiteY50" fmla="*/ 4800482 h 6858000"/>
              <a:gd name="connsiteX51" fmla="*/ 412401 w 4543952"/>
              <a:gd name="connsiteY51" fmla="*/ 4828915 h 6858000"/>
              <a:gd name="connsiteX52" fmla="*/ 391971 w 4543952"/>
              <a:gd name="connsiteY52" fmla="*/ 4857316 h 6858000"/>
              <a:gd name="connsiteX53" fmla="*/ 390221 w 4543952"/>
              <a:gd name="connsiteY53" fmla="*/ 4863342 h 6858000"/>
              <a:gd name="connsiteX54" fmla="*/ 387469 w 4543952"/>
              <a:gd name="connsiteY54" fmla="*/ 4867613 h 6858000"/>
              <a:gd name="connsiteX55" fmla="*/ 382691 w 4543952"/>
              <a:gd name="connsiteY55" fmla="*/ 4889274 h 6858000"/>
              <a:gd name="connsiteX56" fmla="*/ 382691 w 4543952"/>
              <a:gd name="connsiteY56" fmla="*/ 4889275 h 6858000"/>
              <a:gd name="connsiteX57" fmla="*/ 384396 w 4543952"/>
              <a:gd name="connsiteY57" fmla="*/ 4912168 h 6858000"/>
              <a:gd name="connsiteX58" fmla="*/ 385799 w 4543952"/>
              <a:gd name="connsiteY58" fmla="*/ 4933804 h 6858000"/>
              <a:gd name="connsiteX59" fmla="*/ 378247 w 4543952"/>
              <a:gd name="connsiteY59" fmla="*/ 4957452 h 6858000"/>
              <a:gd name="connsiteX60" fmla="*/ 360964 w 4543952"/>
              <a:gd name="connsiteY60" fmla="*/ 4987036 h 6858000"/>
              <a:gd name="connsiteX61" fmla="*/ 334485 w 4543952"/>
              <a:gd name="connsiteY61" fmla="*/ 5041520 h 6858000"/>
              <a:gd name="connsiteX62" fmla="*/ 321371 w 4543952"/>
              <a:gd name="connsiteY62" fmla="*/ 5087422 h 6858000"/>
              <a:gd name="connsiteX63" fmla="*/ 321364 w 4543952"/>
              <a:gd name="connsiteY63" fmla="*/ 5087449 h 6858000"/>
              <a:gd name="connsiteX64" fmla="*/ 315482 w 4543952"/>
              <a:gd name="connsiteY64" fmla="*/ 5102460 h 6858000"/>
              <a:gd name="connsiteX65" fmla="*/ 308338 w 4543952"/>
              <a:gd name="connsiteY65" fmla="*/ 5133219 h 6858000"/>
              <a:gd name="connsiteX66" fmla="*/ 308337 w 4543952"/>
              <a:gd name="connsiteY66" fmla="*/ 5133223 h 6858000"/>
              <a:gd name="connsiteX67" fmla="*/ 308337 w 4543952"/>
              <a:gd name="connsiteY67" fmla="*/ 5133224 h 6858000"/>
              <a:gd name="connsiteX68" fmla="*/ 315052 w 4543952"/>
              <a:gd name="connsiteY68" fmla="*/ 5166113 h 6858000"/>
              <a:gd name="connsiteX69" fmla="*/ 314362 w 4543952"/>
              <a:gd name="connsiteY69" fmla="*/ 5172089 h 6858000"/>
              <a:gd name="connsiteX70" fmla="*/ 311814 w 4543952"/>
              <a:gd name="connsiteY70" fmla="*/ 5179066 h 6858000"/>
              <a:gd name="connsiteX71" fmla="*/ 311814 w 4543952"/>
              <a:gd name="connsiteY71" fmla="*/ 5179067 h 6858000"/>
              <a:gd name="connsiteX72" fmla="*/ 335437 w 4543952"/>
              <a:gd name="connsiteY72" fmla="*/ 5272796 h 6858000"/>
              <a:gd name="connsiteX73" fmla="*/ 360397 w 4543952"/>
              <a:gd name="connsiteY73" fmla="*/ 5321350 h 6858000"/>
              <a:gd name="connsiteX74" fmla="*/ 364317 w 4543952"/>
              <a:gd name="connsiteY74" fmla="*/ 5355013 h 6858000"/>
              <a:gd name="connsiteX75" fmla="*/ 359440 w 4543952"/>
              <a:gd name="connsiteY75" fmla="*/ 5385383 h 6858000"/>
              <a:gd name="connsiteX76" fmla="*/ 351249 w 4543952"/>
              <a:gd name="connsiteY76" fmla="*/ 5425581 h 6858000"/>
              <a:gd name="connsiteX77" fmla="*/ 339627 w 4543952"/>
              <a:gd name="connsiteY77" fmla="*/ 5480636 h 6858000"/>
              <a:gd name="connsiteX78" fmla="*/ 335103 w 4543952"/>
              <a:gd name="connsiteY78" fmla="*/ 5507666 h 6858000"/>
              <a:gd name="connsiteX79" fmla="*/ 335103 w 4543952"/>
              <a:gd name="connsiteY79" fmla="*/ 5507667 h 6858000"/>
              <a:gd name="connsiteX80" fmla="*/ 337324 w 4543952"/>
              <a:gd name="connsiteY80" fmla="*/ 5520421 h 6858000"/>
              <a:gd name="connsiteX81" fmla="*/ 345722 w 4543952"/>
              <a:gd name="connsiteY81" fmla="*/ 5531691 h 6858000"/>
              <a:gd name="connsiteX82" fmla="*/ 345723 w 4543952"/>
              <a:gd name="connsiteY82" fmla="*/ 5531693 h 6858000"/>
              <a:gd name="connsiteX83" fmla="*/ 355869 w 4543952"/>
              <a:gd name="connsiteY83" fmla="*/ 5547577 h 6858000"/>
              <a:gd name="connsiteX84" fmla="*/ 346295 w 4543952"/>
              <a:gd name="connsiteY84" fmla="*/ 5562745 h 6858000"/>
              <a:gd name="connsiteX85" fmla="*/ 275047 w 4543952"/>
              <a:gd name="connsiteY85" fmla="*/ 5704482 h 6858000"/>
              <a:gd name="connsiteX86" fmla="*/ 269141 w 4543952"/>
              <a:gd name="connsiteY86" fmla="*/ 5740487 h 6858000"/>
              <a:gd name="connsiteX87" fmla="*/ 260376 w 4543952"/>
              <a:gd name="connsiteY87" fmla="*/ 5760872 h 6858000"/>
              <a:gd name="connsiteX88" fmla="*/ 171981 w 4543952"/>
              <a:gd name="connsiteY88" fmla="*/ 5883750 h 6858000"/>
              <a:gd name="connsiteX89" fmla="*/ 171979 w 4543952"/>
              <a:gd name="connsiteY89" fmla="*/ 5883755 h 6858000"/>
              <a:gd name="connsiteX90" fmla="*/ 160957 w 4543952"/>
              <a:gd name="connsiteY90" fmla="*/ 5909350 h 6858000"/>
              <a:gd name="connsiteX91" fmla="*/ 154076 w 4543952"/>
              <a:gd name="connsiteY91" fmla="*/ 5935945 h 6858000"/>
              <a:gd name="connsiteX92" fmla="*/ 154075 w 4543952"/>
              <a:gd name="connsiteY92" fmla="*/ 5935948 h 6858000"/>
              <a:gd name="connsiteX93" fmla="*/ 154075 w 4543952"/>
              <a:gd name="connsiteY93" fmla="*/ 5935949 h 6858000"/>
              <a:gd name="connsiteX94" fmla="*/ 154242 w 4543952"/>
              <a:gd name="connsiteY94" fmla="*/ 5964476 h 6858000"/>
              <a:gd name="connsiteX95" fmla="*/ 157695 w 4543952"/>
              <a:gd name="connsiteY95" fmla="*/ 5993289 h 6858000"/>
              <a:gd name="connsiteX96" fmla="*/ 157695 w 4543952"/>
              <a:gd name="connsiteY96" fmla="*/ 5993291 h 6858000"/>
              <a:gd name="connsiteX97" fmla="*/ 164171 w 4543952"/>
              <a:gd name="connsiteY97" fmla="*/ 6026440 h 6858000"/>
              <a:gd name="connsiteX98" fmla="*/ 220371 w 4543952"/>
              <a:gd name="connsiteY98" fmla="*/ 6108738 h 6858000"/>
              <a:gd name="connsiteX99" fmla="*/ 234064 w 4543952"/>
              <a:gd name="connsiteY99" fmla="*/ 6133314 h 6858000"/>
              <a:gd name="connsiteX100" fmla="*/ 218468 w 4543952"/>
              <a:gd name="connsiteY100" fmla="*/ 6155599 h 6858000"/>
              <a:gd name="connsiteX101" fmla="*/ 218465 w 4543952"/>
              <a:gd name="connsiteY101" fmla="*/ 6155601 h 6858000"/>
              <a:gd name="connsiteX102" fmla="*/ 179794 w 4543952"/>
              <a:gd name="connsiteY102" fmla="*/ 6228755 h 6858000"/>
              <a:gd name="connsiteX103" fmla="*/ 162457 w 4543952"/>
              <a:gd name="connsiteY103" fmla="*/ 6361538 h 6858000"/>
              <a:gd name="connsiteX104" fmla="*/ 162457 w 4543952"/>
              <a:gd name="connsiteY104" fmla="*/ 6361539 h 6858000"/>
              <a:gd name="connsiteX105" fmla="*/ 179794 w 4543952"/>
              <a:gd name="connsiteY105" fmla="*/ 6228756 h 6858000"/>
              <a:gd name="connsiteX106" fmla="*/ 218465 w 4543952"/>
              <a:gd name="connsiteY106" fmla="*/ 6155602 h 6858000"/>
              <a:gd name="connsiteX107" fmla="*/ 218468 w 4543952"/>
              <a:gd name="connsiteY107" fmla="*/ 6155599 h 6858000"/>
              <a:gd name="connsiteX108" fmla="*/ 230364 w 4543952"/>
              <a:gd name="connsiteY108" fmla="*/ 6143189 h 6858000"/>
              <a:gd name="connsiteX109" fmla="*/ 234064 w 4543952"/>
              <a:gd name="connsiteY109" fmla="*/ 6133314 h 6858000"/>
              <a:gd name="connsiteX110" fmla="*/ 234064 w 4543952"/>
              <a:gd name="connsiteY110" fmla="*/ 6133313 h 6858000"/>
              <a:gd name="connsiteX111" fmla="*/ 220371 w 4543952"/>
              <a:gd name="connsiteY111" fmla="*/ 6108737 h 6858000"/>
              <a:gd name="connsiteX112" fmla="*/ 164171 w 4543952"/>
              <a:gd name="connsiteY112" fmla="*/ 6026439 h 6858000"/>
              <a:gd name="connsiteX113" fmla="*/ 157695 w 4543952"/>
              <a:gd name="connsiteY113" fmla="*/ 5993290 h 6858000"/>
              <a:gd name="connsiteX114" fmla="*/ 157695 w 4543952"/>
              <a:gd name="connsiteY114" fmla="*/ 5993289 h 6858000"/>
              <a:gd name="connsiteX115" fmla="*/ 154075 w 4543952"/>
              <a:gd name="connsiteY115" fmla="*/ 5935949 h 6858000"/>
              <a:gd name="connsiteX116" fmla="*/ 154076 w 4543952"/>
              <a:gd name="connsiteY116" fmla="*/ 5935945 h 6858000"/>
              <a:gd name="connsiteX117" fmla="*/ 171979 w 4543952"/>
              <a:gd name="connsiteY117" fmla="*/ 5883755 h 6858000"/>
              <a:gd name="connsiteX118" fmla="*/ 171981 w 4543952"/>
              <a:gd name="connsiteY118" fmla="*/ 5883751 h 6858000"/>
              <a:gd name="connsiteX119" fmla="*/ 260376 w 4543952"/>
              <a:gd name="connsiteY119" fmla="*/ 5760873 h 6858000"/>
              <a:gd name="connsiteX120" fmla="*/ 269141 w 4543952"/>
              <a:gd name="connsiteY120" fmla="*/ 5740488 h 6858000"/>
              <a:gd name="connsiteX121" fmla="*/ 275047 w 4543952"/>
              <a:gd name="connsiteY121" fmla="*/ 5704483 h 6858000"/>
              <a:gd name="connsiteX122" fmla="*/ 346295 w 4543952"/>
              <a:gd name="connsiteY122" fmla="*/ 5562746 h 6858000"/>
              <a:gd name="connsiteX123" fmla="*/ 355869 w 4543952"/>
              <a:gd name="connsiteY123" fmla="*/ 5547578 h 6858000"/>
              <a:gd name="connsiteX124" fmla="*/ 355869 w 4543952"/>
              <a:gd name="connsiteY124" fmla="*/ 5547577 h 6858000"/>
              <a:gd name="connsiteX125" fmla="*/ 345723 w 4543952"/>
              <a:gd name="connsiteY125" fmla="*/ 5531692 h 6858000"/>
              <a:gd name="connsiteX126" fmla="*/ 345722 w 4543952"/>
              <a:gd name="connsiteY126" fmla="*/ 5531691 h 6858000"/>
              <a:gd name="connsiteX127" fmla="*/ 335103 w 4543952"/>
              <a:gd name="connsiteY127" fmla="*/ 5507667 h 6858000"/>
              <a:gd name="connsiteX128" fmla="*/ 339627 w 4543952"/>
              <a:gd name="connsiteY128" fmla="*/ 5480637 h 6858000"/>
              <a:gd name="connsiteX129" fmla="*/ 351249 w 4543952"/>
              <a:gd name="connsiteY129" fmla="*/ 5425582 h 6858000"/>
              <a:gd name="connsiteX130" fmla="*/ 359440 w 4543952"/>
              <a:gd name="connsiteY130" fmla="*/ 5385384 h 6858000"/>
              <a:gd name="connsiteX131" fmla="*/ 364317 w 4543952"/>
              <a:gd name="connsiteY131" fmla="*/ 5355014 h 6858000"/>
              <a:gd name="connsiteX132" fmla="*/ 364317 w 4543952"/>
              <a:gd name="connsiteY132" fmla="*/ 5355013 h 6858000"/>
              <a:gd name="connsiteX133" fmla="*/ 362870 w 4543952"/>
              <a:gd name="connsiteY133" fmla="*/ 5326162 h 6858000"/>
              <a:gd name="connsiteX134" fmla="*/ 360397 w 4543952"/>
              <a:gd name="connsiteY134" fmla="*/ 5321350 h 6858000"/>
              <a:gd name="connsiteX135" fmla="*/ 359341 w 4543952"/>
              <a:gd name="connsiteY135" fmla="*/ 5312287 h 6858000"/>
              <a:gd name="connsiteX136" fmla="*/ 335437 w 4543952"/>
              <a:gd name="connsiteY136" fmla="*/ 5272795 h 6858000"/>
              <a:gd name="connsiteX137" fmla="*/ 311981 w 4543952"/>
              <a:gd name="connsiteY137" fmla="*/ 5229432 h 6858000"/>
              <a:gd name="connsiteX138" fmla="*/ 311814 w 4543952"/>
              <a:gd name="connsiteY138" fmla="*/ 5179067 h 6858000"/>
              <a:gd name="connsiteX139" fmla="*/ 314362 w 4543952"/>
              <a:gd name="connsiteY139" fmla="*/ 5172090 h 6858000"/>
              <a:gd name="connsiteX140" fmla="*/ 315052 w 4543952"/>
              <a:gd name="connsiteY140" fmla="*/ 5166113 h 6858000"/>
              <a:gd name="connsiteX141" fmla="*/ 315052 w 4543952"/>
              <a:gd name="connsiteY141" fmla="*/ 5166112 h 6858000"/>
              <a:gd name="connsiteX142" fmla="*/ 308337 w 4543952"/>
              <a:gd name="connsiteY142" fmla="*/ 5133224 h 6858000"/>
              <a:gd name="connsiteX143" fmla="*/ 308338 w 4543952"/>
              <a:gd name="connsiteY143" fmla="*/ 5133219 h 6858000"/>
              <a:gd name="connsiteX144" fmla="*/ 321364 w 4543952"/>
              <a:gd name="connsiteY144" fmla="*/ 5087449 h 6858000"/>
              <a:gd name="connsiteX145" fmla="*/ 327270 w 4543952"/>
              <a:gd name="connsiteY145" fmla="*/ 5072375 h 6858000"/>
              <a:gd name="connsiteX146" fmla="*/ 334485 w 4543952"/>
              <a:gd name="connsiteY146" fmla="*/ 5041521 h 6858000"/>
              <a:gd name="connsiteX147" fmla="*/ 360964 w 4543952"/>
              <a:gd name="connsiteY147" fmla="*/ 4987037 h 6858000"/>
              <a:gd name="connsiteX148" fmla="*/ 376969 w 4543952"/>
              <a:gd name="connsiteY148" fmla="*/ 4961455 h 6858000"/>
              <a:gd name="connsiteX149" fmla="*/ 378247 w 4543952"/>
              <a:gd name="connsiteY149" fmla="*/ 4957452 h 6858000"/>
              <a:gd name="connsiteX150" fmla="*/ 381039 w 4543952"/>
              <a:gd name="connsiteY150" fmla="*/ 4952672 h 6858000"/>
              <a:gd name="connsiteX151" fmla="*/ 385799 w 4543952"/>
              <a:gd name="connsiteY151" fmla="*/ 4933804 h 6858000"/>
              <a:gd name="connsiteX152" fmla="*/ 384396 w 4543952"/>
              <a:gd name="connsiteY152" fmla="*/ 4912167 h 6858000"/>
              <a:gd name="connsiteX153" fmla="*/ 382691 w 4543952"/>
              <a:gd name="connsiteY153" fmla="*/ 4889274 h 6858000"/>
              <a:gd name="connsiteX154" fmla="*/ 390221 w 4543952"/>
              <a:gd name="connsiteY154" fmla="*/ 4863342 h 6858000"/>
              <a:gd name="connsiteX155" fmla="*/ 412401 w 4543952"/>
              <a:gd name="connsiteY155" fmla="*/ 4828916 h 6858000"/>
              <a:gd name="connsiteX156" fmla="*/ 427237 w 4543952"/>
              <a:gd name="connsiteY156" fmla="*/ 4800483 h 6858000"/>
              <a:gd name="connsiteX157" fmla="*/ 427237 w 4543952"/>
              <a:gd name="connsiteY157" fmla="*/ 4800482 h 6858000"/>
              <a:gd name="connsiteX158" fmla="*/ 425928 w 4543952"/>
              <a:gd name="connsiteY158" fmla="*/ 4767763 h 6858000"/>
              <a:gd name="connsiteX159" fmla="*/ 416021 w 4543952"/>
              <a:gd name="connsiteY159" fmla="*/ 4677654 h 6858000"/>
              <a:gd name="connsiteX160" fmla="*/ 408019 w 4543952"/>
              <a:gd name="connsiteY160" fmla="*/ 4659173 h 6858000"/>
              <a:gd name="connsiteX161" fmla="*/ 348009 w 4543952"/>
              <a:gd name="connsiteY161" fmla="*/ 4482003 h 6858000"/>
              <a:gd name="connsiteX162" fmla="*/ 347247 w 4543952"/>
              <a:gd name="connsiteY162" fmla="*/ 4363890 h 6858000"/>
              <a:gd name="connsiteX163" fmla="*/ 356201 w 4543952"/>
              <a:gd name="connsiteY163" fmla="*/ 4324645 h 6858000"/>
              <a:gd name="connsiteX164" fmla="*/ 396017 w 4543952"/>
              <a:gd name="connsiteY164" fmla="*/ 4253014 h 6858000"/>
              <a:gd name="connsiteX165" fmla="*/ 401733 w 4543952"/>
              <a:gd name="connsiteY165" fmla="*/ 4221391 h 6858000"/>
              <a:gd name="connsiteX166" fmla="*/ 332842 w 4543952"/>
              <a:gd name="connsiteY166" fmla="*/ 2836171 h 6858000"/>
              <a:gd name="connsiteX167" fmla="*/ 332842 w 4543952"/>
              <a:gd name="connsiteY167" fmla="*/ 2836172 h 6858000"/>
              <a:gd name="connsiteX168" fmla="*/ 341533 w 4543952"/>
              <a:gd name="connsiteY168" fmla="*/ 2848793 h 6858000"/>
              <a:gd name="connsiteX169" fmla="*/ 358166 w 4543952"/>
              <a:gd name="connsiteY169" fmla="*/ 2903544 h 6858000"/>
              <a:gd name="connsiteX170" fmla="*/ 366072 w 4543952"/>
              <a:gd name="connsiteY170" fmla="*/ 2947858 h 6858000"/>
              <a:gd name="connsiteX171" fmla="*/ 366072 w 4543952"/>
              <a:gd name="connsiteY171" fmla="*/ 2947862 h 6858000"/>
              <a:gd name="connsiteX172" fmla="*/ 362488 w 4543952"/>
              <a:gd name="connsiteY172" fmla="*/ 2982147 h 6858000"/>
              <a:gd name="connsiteX173" fmla="*/ 350796 w 4543952"/>
              <a:gd name="connsiteY173" fmla="*/ 3077400 h 6858000"/>
              <a:gd name="connsiteX174" fmla="*/ 350796 w 4543952"/>
              <a:gd name="connsiteY174" fmla="*/ 3077401 h 6858000"/>
              <a:gd name="connsiteX175" fmla="*/ 363250 w 4543952"/>
              <a:gd name="connsiteY175" fmla="*/ 3172654 h 6858000"/>
              <a:gd name="connsiteX176" fmla="*/ 410877 w 4543952"/>
              <a:gd name="connsiteY176" fmla="*/ 3489467 h 6858000"/>
              <a:gd name="connsiteX177" fmla="*/ 432976 w 4543952"/>
              <a:gd name="connsiteY177" fmla="*/ 3544713 h 6858000"/>
              <a:gd name="connsiteX178" fmla="*/ 445520 w 4543952"/>
              <a:gd name="connsiteY178" fmla="*/ 3562320 h 6858000"/>
              <a:gd name="connsiteX179" fmla="*/ 450598 w 4543952"/>
              <a:gd name="connsiteY179" fmla="*/ 3574407 h 6858000"/>
              <a:gd name="connsiteX180" fmla="*/ 448246 w 4543952"/>
              <a:gd name="connsiteY180" fmla="*/ 3587173 h 6858000"/>
              <a:gd name="connsiteX181" fmla="*/ 438500 w 4543952"/>
              <a:gd name="connsiteY181" fmla="*/ 3606816 h 6858000"/>
              <a:gd name="connsiteX182" fmla="*/ 424974 w 4543952"/>
              <a:gd name="connsiteY182" fmla="*/ 3630631 h 6858000"/>
              <a:gd name="connsiteX183" fmla="*/ 400733 w 4543952"/>
              <a:gd name="connsiteY183" fmla="*/ 3680162 h 6858000"/>
              <a:gd name="connsiteX184" fmla="*/ 400733 w 4543952"/>
              <a:gd name="connsiteY184" fmla="*/ 3680163 h 6858000"/>
              <a:gd name="connsiteX185" fmla="*/ 404781 w 4543952"/>
              <a:gd name="connsiteY185" fmla="*/ 3734837 h 6858000"/>
              <a:gd name="connsiteX186" fmla="*/ 404399 w 4543952"/>
              <a:gd name="connsiteY186" fmla="*/ 3754651 h 6858000"/>
              <a:gd name="connsiteX187" fmla="*/ 398042 w 4543952"/>
              <a:gd name="connsiteY187" fmla="*/ 3789775 h 6858000"/>
              <a:gd name="connsiteX188" fmla="*/ 398042 w 4543952"/>
              <a:gd name="connsiteY188" fmla="*/ 3789776 h 6858000"/>
              <a:gd name="connsiteX189" fmla="*/ 412973 w 4543952"/>
              <a:gd name="connsiteY189" fmla="*/ 3822472 h 6858000"/>
              <a:gd name="connsiteX190" fmla="*/ 427308 w 4543952"/>
              <a:gd name="connsiteY190" fmla="*/ 3852619 h 6858000"/>
              <a:gd name="connsiteX191" fmla="*/ 417926 w 4543952"/>
              <a:gd name="connsiteY191" fmla="*/ 3885336 h 6858000"/>
              <a:gd name="connsiteX192" fmla="*/ 417925 w 4543952"/>
              <a:gd name="connsiteY192" fmla="*/ 3885337 h 6858000"/>
              <a:gd name="connsiteX193" fmla="*/ 386040 w 4543952"/>
              <a:gd name="connsiteY193" fmla="*/ 3962158 h 6858000"/>
              <a:gd name="connsiteX194" fmla="*/ 386040 w 4543952"/>
              <a:gd name="connsiteY194" fmla="*/ 3962159 h 6858000"/>
              <a:gd name="connsiteX195" fmla="*/ 388431 w 4543952"/>
              <a:gd name="connsiteY195" fmla="*/ 4002409 h 6858000"/>
              <a:gd name="connsiteX196" fmla="*/ 401733 w 4543952"/>
              <a:gd name="connsiteY196" fmla="*/ 4043837 h 6858000"/>
              <a:gd name="connsiteX197" fmla="*/ 401733 w 4543952"/>
              <a:gd name="connsiteY197" fmla="*/ 4043839 h 6858000"/>
              <a:gd name="connsiteX198" fmla="*/ 416855 w 4543952"/>
              <a:gd name="connsiteY198" fmla="*/ 4103825 h 6858000"/>
              <a:gd name="connsiteX199" fmla="*/ 405544 w 4543952"/>
              <a:gd name="connsiteY199" fmla="*/ 4165381 h 6858000"/>
              <a:gd name="connsiteX200" fmla="*/ 405543 w 4543952"/>
              <a:gd name="connsiteY200" fmla="*/ 4165382 h 6858000"/>
              <a:gd name="connsiteX201" fmla="*/ 401638 w 4543952"/>
              <a:gd name="connsiteY201" fmla="*/ 4192386 h 6858000"/>
              <a:gd name="connsiteX202" fmla="*/ 401638 w 4543952"/>
              <a:gd name="connsiteY202" fmla="*/ 4192387 h 6858000"/>
              <a:gd name="connsiteX203" fmla="*/ 405543 w 4543952"/>
              <a:gd name="connsiteY203" fmla="*/ 4165383 h 6858000"/>
              <a:gd name="connsiteX204" fmla="*/ 405544 w 4543952"/>
              <a:gd name="connsiteY204" fmla="*/ 4165381 h 6858000"/>
              <a:gd name="connsiteX205" fmla="*/ 414887 w 4543952"/>
              <a:gd name="connsiteY205" fmla="*/ 4134255 h 6858000"/>
              <a:gd name="connsiteX206" fmla="*/ 416855 w 4543952"/>
              <a:gd name="connsiteY206" fmla="*/ 4103825 h 6858000"/>
              <a:gd name="connsiteX207" fmla="*/ 416855 w 4543952"/>
              <a:gd name="connsiteY207" fmla="*/ 4103824 h 6858000"/>
              <a:gd name="connsiteX208" fmla="*/ 401733 w 4543952"/>
              <a:gd name="connsiteY208" fmla="*/ 4043838 h 6858000"/>
              <a:gd name="connsiteX209" fmla="*/ 401733 w 4543952"/>
              <a:gd name="connsiteY209" fmla="*/ 4043837 h 6858000"/>
              <a:gd name="connsiteX210" fmla="*/ 386040 w 4543952"/>
              <a:gd name="connsiteY210" fmla="*/ 3962159 h 6858000"/>
              <a:gd name="connsiteX211" fmla="*/ 395544 w 4543952"/>
              <a:gd name="connsiteY211" fmla="*/ 3923124 h 6858000"/>
              <a:gd name="connsiteX212" fmla="*/ 417925 w 4543952"/>
              <a:gd name="connsiteY212" fmla="*/ 3885338 h 6858000"/>
              <a:gd name="connsiteX213" fmla="*/ 417926 w 4543952"/>
              <a:gd name="connsiteY213" fmla="*/ 3885336 h 6858000"/>
              <a:gd name="connsiteX214" fmla="*/ 426528 w 4543952"/>
              <a:gd name="connsiteY214" fmla="*/ 3868763 h 6858000"/>
              <a:gd name="connsiteX215" fmla="*/ 427308 w 4543952"/>
              <a:gd name="connsiteY215" fmla="*/ 3852619 h 6858000"/>
              <a:gd name="connsiteX216" fmla="*/ 427308 w 4543952"/>
              <a:gd name="connsiteY216" fmla="*/ 3852618 h 6858000"/>
              <a:gd name="connsiteX217" fmla="*/ 412973 w 4543952"/>
              <a:gd name="connsiteY217" fmla="*/ 3822471 h 6858000"/>
              <a:gd name="connsiteX218" fmla="*/ 398042 w 4543952"/>
              <a:gd name="connsiteY218" fmla="*/ 3789775 h 6858000"/>
              <a:gd name="connsiteX219" fmla="*/ 404399 w 4543952"/>
              <a:gd name="connsiteY219" fmla="*/ 3754652 h 6858000"/>
              <a:gd name="connsiteX220" fmla="*/ 404781 w 4543952"/>
              <a:gd name="connsiteY220" fmla="*/ 3734837 h 6858000"/>
              <a:gd name="connsiteX221" fmla="*/ 404781 w 4543952"/>
              <a:gd name="connsiteY221" fmla="*/ 3734836 h 6858000"/>
              <a:gd name="connsiteX222" fmla="*/ 400733 w 4543952"/>
              <a:gd name="connsiteY222" fmla="*/ 3680163 h 6858000"/>
              <a:gd name="connsiteX223" fmla="*/ 407246 w 4543952"/>
              <a:gd name="connsiteY223" fmla="*/ 3654415 h 6858000"/>
              <a:gd name="connsiteX224" fmla="*/ 424974 w 4543952"/>
              <a:gd name="connsiteY224" fmla="*/ 3630632 h 6858000"/>
              <a:gd name="connsiteX225" fmla="*/ 438500 w 4543952"/>
              <a:gd name="connsiteY225" fmla="*/ 3606817 h 6858000"/>
              <a:gd name="connsiteX226" fmla="*/ 450598 w 4543952"/>
              <a:gd name="connsiteY226" fmla="*/ 3574408 h 6858000"/>
              <a:gd name="connsiteX227" fmla="*/ 450598 w 4543952"/>
              <a:gd name="connsiteY227" fmla="*/ 3574407 h 6858000"/>
              <a:gd name="connsiteX228" fmla="*/ 432976 w 4543952"/>
              <a:gd name="connsiteY228" fmla="*/ 3544712 h 6858000"/>
              <a:gd name="connsiteX229" fmla="*/ 410877 w 4543952"/>
              <a:gd name="connsiteY229" fmla="*/ 3489466 h 6858000"/>
              <a:gd name="connsiteX230" fmla="*/ 363250 w 4543952"/>
              <a:gd name="connsiteY230" fmla="*/ 3172653 h 6858000"/>
              <a:gd name="connsiteX231" fmla="*/ 350796 w 4543952"/>
              <a:gd name="connsiteY231" fmla="*/ 3077401 h 6858000"/>
              <a:gd name="connsiteX232" fmla="*/ 362488 w 4543952"/>
              <a:gd name="connsiteY232" fmla="*/ 2982148 h 6858000"/>
              <a:gd name="connsiteX233" fmla="*/ 366072 w 4543952"/>
              <a:gd name="connsiteY233" fmla="*/ 2947862 h 6858000"/>
              <a:gd name="connsiteX234" fmla="*/ 366072 w 4543952"/>
              <a:gd name="connsiteY234" fmla="*/ 2947861 h 6858000"/>
              <a:gd name="connsiteX235" fmla="*/ 366072 w 4543952"/>
              <a:gd name="connsiteY235" fmla="*/ 2947858 h 6858000"/>
              <a:gd name="connsiteX236" fmla="*/ 361441 w 4543952"/>
              <a:gd name="connsiteY236" fmla="*/ 2914327 h 6858000"/>
              <a:gd name="connsiteX237" fmla="*/ 358166 w 4543952"/>
              <a:gd name="connsiteY237" fmla="*/ 2903544 h 6858000"/>
              <a:gd name="connsiteX238" fmla="*/ 357138 w 4543952"/>
              <a:gd name="connsiteY238" fmla="*/ 2897784 h 6858000"/>
              <a:gd name="connsiteX239" fmla="*/ 341533 w 4543952"/>
              <a:gd name="connsiteY239" fmla="*/ 2848792 h 6858000"/>
              <a:gd name="connsiteX240" fmla="*/ 296001 w 4543952"/>
              <a:gd name="connsiteY240" fmla="*/ 2745351 h 6858000"/>
              <a:gd name="connsiteX241" fmla="*/ 289670 w 4543952"/>
              <a:gd name="connsiteY241" fmla="*/ 2770757 h 6858000"/>
              <a:gd name="connsiteX242" fmla="*/ 290080 w 4543952"/>
              <a:gd name="connsiteY242" fmla="*/ 2778005 h 6858000"/>
              <a:gd name="connsiteX243" fmla="*/ 289301 w 4543952"/>
              <a:gd name="connsiteY243" fmla="*/ 2782304 h 6858000"/>
              <a:gd name="connsiteX244" fmla="*/ 290501 w 4543952"/>
              <a:gd name="connsiteY244" fmla="*/ 2785439 h 6858000"/>
              <a:gd name="connsiteX245" fmla="*/ 290929 w 4543952"/>
              <a:gd name="connsiteY245" fmla="*/ 2793022 h 6858000"/>
              <a:gd name="connsiteX246" fmla="*/ 300579 w 4543952"/>
              <a:gd name="connsiteY246" fmla="*/ 2811779 h 6858000"/>
              <a:gd name="connsiteX247" fmla="*/ 300582 w 4543952"/>
              <a:gd name="connsiteY247" fmla="*/ 2811786 h 6858000"/>
              <a:gd name="connsiteX248" fmla="*/ 300583 w 4543952"/>
              <a:gd name="connsiteY248" fmla="*/ 2811786 h 6858000"/>
              <a:gd name="connsiteX249" fmla="*/ 300579 w 4543952"/>
              <a:gd name="connsiteY249" fmla="*/ 2811779 h 6858000"/>
              <a:gd name="connsiteX250" fmla="*/ 290501 w 4543952"/>
              <a:gd name="connsiteY250" fmla="*/ 2785439 h 6858000"/>
              <a:gd name="connsiteX251" fmla="*/ 290080 w 4543952"/>
              <a:gd name="connsiteY251" fmla="*/ 2778005 h 6858000"/>
              <a:gd name="connsiteX252" fmla="*/ 817328 w 4543952"/>
              <a:gd name="connsiteY252" fmla="*/ 1508457 h 6858000"/>
              <a:gd name="connsiteX253" fmla="*/ 845421 w 4543952"/>
              <a:gd name="connsiteY253" fmla="*/ 1596212 h 6858000"/>
              <a:gd name="connsiteX254" fmla="*/ 843517 w 4543952"/>
              <a:gd name="connsiteY254" fmla="*/ 1624979 h 6858000"/>
              <a:gd name="connsiteX255" fmla="*/ 786935 w 4543952"/>
              <a:gd name="connsiteY255" fmla="*/ 1697752 h 6858000"/>
              <a:gd name="connsiteX256" fmla="*/ 764267 w 4543952"/>
              <a:gd name="connsiteY256" fmla="*/ 1733187 h 6858000"/>
              <a:gd name="connsiteX257" fmla="*/ 722546 w 4543952"/>
              <a:gd name="connsiteY257" fmla="*/ 1833774 h 6858000"/>
              <a:gd name="connsiteX258" fmla="*/ 714925 w 4543952"/>
              <a:gd name="connsiteY258" fmla="*/ 1842157 h 6858000"/>
              <a:gd name="connsiteX259" fmla="*/ 624434 w 4543952"/>
              <a:gd name="connsiteY259" fmla="*/ 1916453 h 6858000"/>
              <a:gd name="connsiteX260" fmla="*/ 609004 w 4543952"/>
              <a:gd name="connsiteY260" fmla="*/ 1933218 h 6858000"/>
              <a:gd name="connsiteX261" fmla="*/ 584999 w 4543952"/>
              <a:gd name="connsiteY261" fmla="*/ 1953412 h 6858000"/>
              <a:gd name="connsiteX262" fmla="*/ 538516 w 4543952"/>
              <a:gd name="connsiteY262" fmla="*/ 2016468 h 6858000"/>
              <a:gd name="connsiteX263" fmla="*/ 523657 w 4543952"/>
              <a:gd name="connsiteY263" fmla="*/ 2094577 h 6858000"/>
              <a:gd name="connsiteX264" fmla="*/ 500986 w 4543952"/>
              <a:gd name="connsiteY264" fmla="*/ 2188878 h 6858000"/>
              <a:gd name="connsiteX265" fmla="*/ 485746 w 4543952"/>
              <a:gd name="connsiteY265" fmla="*/ 2228313 h 6858000"/>
              <a:gd name="connsiteX266" fmla="*/ 456789 w 4543952"/>
              <a:gd name="connsiteY266" fmla="*/ 2334043 h 6858000"/>
              <a:gd name="connsiteX267" fmla="*/ 432404 w 4543952"/>
              <a:gd name="connsiteY267" fmla="*/ 2409484 h 6858000"/>
              <a:gd name="connsiteX268" fmla="*/ 415303 w 4543952"/>
              <a:gd name="connsiteY268" fmla="*/ 2435912 h 6858000"/>
              <a:gd name="connsiteX269" fmla="*/ 415303 w 4543952"/>
              <a:gd name="connsiteY269" fmla="*/ 2435912 h 6858000"/>
              <a:gd name="connsiteX270" fmla="*/ 415303 w 4543952"/>
              <a:gd name="connsiteY270" fmla="*/ 2435912 h 6858000"/>
              <a:gd name="connsiteX271" fmla="*/ 414227 w 4543952"/>
              <a:gd name="connsiteY271" fmla="*/ 2440915 h 6858000"/>
              <a:gd name="connsiteX272" fmla="*/ 409472 w 4543952"/>
              <a:gd name="connsiteY272" fmla="*/ 2463016 h 6858000"/>
              <a:gd name="connsiteX273" fmla="*/ 409472 w 4543952"/>
              <a:gd name="connsiteY273" fmla="*/ 2463017 h 6858000"/>
              <a:gd name="connsiteX274" fmla="*/ 411535 w 4543952"/>
              <a:gd name="connsiteY274" fmla="*/ 2490550 h 6858000"/>
              <a:gd name="connsiteX275" fmla="*/ 418115 w 4543952"/>
              <a:gd name="connsiteY275" fmla="*/ 2518261 h 6858000"/>
              <a:gd name="connsiteX276" fmla="*/ 418115 w 4543952"/>
              <a:gd name="connsiteY276" fmla="*/ 2518264 h 6858000"/>
              <a:gd name="connsiteX277" fmla="*/ 421759 w 4543952"/>
              <a:gd name="connsiteY277" fmla="*/ 2545006 h 6858000"/>
              <a:gd name="connsiteX278" fmla="*/ 417545 w 4543952"/>
              <a:gd name="connsiteY278" fmla="*/ 2571033 h 6858000"/>
              <a:gd name="connsiteX279" fmla="*/ 344391 w 4543952"/>
              <a:gd name="connsiteY279" fmla="*/ 2668000 h 6858000"/>
              <a:gd name="connsiteX280" fmla="*/ 296001 w 4543952"/>
              <a:gd name="connsiteY280" fmla="*/ 2745347 h 6858000"/>
              <a:gd name="connsiteX281" fmla="*/ 296001 w 4543952"/>
              <a:gd name="connsiteY281" fmla="*/ 2745348 h 6858000"/>
              <a:gd name="connsiteX282" fmla="*/ 344391 w 4543952"/>
              <a:gd name="connsiteY282" fmla="*/ 2668001 h 6858000"/>
              <a:gd name="connsiteX283" fmla="*/ 417545 w 4543952"/>
              <a:gd name="connsiteY283" fmla="*/ 2571034 h 6858000"/>
              <a:gd name="connsiteX284" fmla="*/ 421760 w 4543952"/>
              <a:gd name="connsiteY284" fmla="*/ 2545006 h 6858000"/>
              <a:gd name="connsiteX285" fmla="*/ 421759 w 4543952"/>
              <a:gd name="connsiteY285" fmla="*/ 2545006 h 6858000"/>
              <a:gd name="connsiteX286" fmla="*/ 421760 w 4543952"/>
              <a:gd name="connsiteY286" fmla="*/ 2545005 h 6858000"/>
              <a:gd name="connsiteX287" fmla="*/ 418115 w 4543952"/>
              <a:gd name="connsiteY287" fmla="*/ 2518263 h 6858000"/>
              <a:gd name="connsiteX288" fmla="*/ 418115 w 4543952"/>
              <a:gd name="connsiteY288" fmla="*/ 2518261 h 6858000"/>
              <a:gd name="connsiteX289" fmla="*/ 409472 w 4543952"/>
              <a:gd name="connsiteY289" fmla="*/ 2463017 h 6858000"/>
              <a:gd name="connsiteX290" fmla="*/ 414227 w 4543952"/>
              <a:gd name="connsiteY290" fmla="*/ 2440915 h 6858000"/>
              <a:gd name="connsiteX291" fmla="*/ 415303 w 4543952"/>
              <a:gd name="connsiteY291" fmla="*/ 2435912 h 6858000"/>
              <a:gd name="connsiteX292" fmla="*/ 432404 w 4543952"/>
              <a:gd name="connsiteY292" fmla="*/ 2409485 h 6858000"/>
              <a:gd name="connsiteX293" fmla="*/ 456789 w 4543952"/>
              <a:gd name="connsiteY293" fmla="*/ 2334044 h 6858000"/>
              <a:gd name="connsiteX294" fmla="*/ 485746 w 4543952"/>
              <a:gd name="connsiteY294" fmla="*/ 2228314 h 6858000"/>
              <a:gd name="connsiteX295" fmla="*/ 500986 w 4543952"/>
              <a:gd name="connsiteY295" fmla="*/ 2188879 h 6858000"/>
              <a:gd name="connsiteX296" fmla="*/ 523657 w 4543952"/>
              <a:gd name="connsiteY296" fmla="*/ 2094578 h 6858000"/>
              <a:gd name="connsiteX297" fmla="*/ 538516 w 4543952"/>
              <a:gd name="connsiteY297" fmla="*/ 2016469 h 6858000"/>
              <a:gd name="connsiteX298" fmla="*/ 584999 w 4543952"/>
              <a:gd name="connsiteY298" fmla="*/ 1953413 h 6858000"/>
              <a:gd name="connsiteX299" fmla="*/ 609004 w 4543952"/>
              <a:gd name="connsiteY299" fmla="*/ 1933219 h 6858000"/>
              <a:gd name="connsiteX300" fmla="*/ 624434 w 4543952"/>
              <a:gd name="connsiteY300" fmla="*/ 1916454 h 6858000"/>
              <a:gd name="connsiteX301" fmla="*/ 714925 w 4543952"/>
              <a:gd name="connsiteY301" fmla="*/ 1842158 h 6858000"/>
              <a:gd name="connsiteX302" fmla="*/ 722546 w 4543952"/>
              <a:gd name="connsiteY302" fmla="*/ 1833775 h 6858000"/>
              <a:gd name="connsiteX303" fmla="*/ 764267 w 4543952"/>
              <a:gd name="connsiteY303" fmla="*/ 1733188 h 6858000"/>
              <a:gd name="connsiteX304" fmla="*/ 786936 w 4543952"/>
              <a:gd name="connsiteY304" fmla="*/ 1697753 h 6858000"/>
              <a:gd name="connsiteX305" fmla="*/ 843517 w 4543952"/>
              <a:gd name="connsiteY305" fmla="*/ 1624980 h 6858000"/>
              <a:gd name="connsiteX306" fmla="*/ 845422 w 4543952"/>
              <a:gd name="connsiteY306" fmla="*/ 1596213 h 6858000"/>
              <a:gd name="connsiteX307" fmla="*/ 798723 w 4543952"/>
              <a:gd name="connsiteY307" fmla="*/ 1459072 h 6858000"/>
              <a:gd name="connsiteX308" fmla="*/ 807941 w 4543952"/>
              <a:gd name="connsiteY308" fmla="*/ 1481571 h 6858000"/>
              <a:gd name="connsiteX309" fmla="*/ 798724 w 4543952"/>
              <a:gd name="connsiteY309" fmla="*/ 1459073 h 6858000"/>
              <a:gd name="connsiteX310" fmla="*/ 779530 w 4543952"/>
              <a:gd name="connsiteY310" fmla="*/ 1268757 h 6858000"/>
              <a:gd name="connsiteX311" fmla="*/ 774363 w 4543952"/>
              <a:gd name="connsiteY311" fmla="*/ 1286068 h 6858000"/>
              <a:gd name="connsiteX312" fmla="*/ 752025 w 4543952"/>
              <a:gd name="connsiteY312" fmla="*/ 1350626 h 6858000"/>
              <a:gd name="connsiteX313" fmla="*/ 757620 w 4543952"/>
              <a:gd name="connsiteY313" fmla="*/ 1413839 h 6858000"/>
              <a:gd name="connsiteX314" fmla="*/ 752026 w 4543952"/>
              <a:gd name="connsiteY314" fmla="*/ 1350627 h 6858000"/>
              <a:gd name="connsiteX315" fmla="*/ 774363 w 4543952"/>
              <a:gd name="connsiteY315" fmla="*/ 1286069 h 6858000"/>
              <a:gd name="connsiteX316" fmla="*/ 779530 w 4543952"/>
              <a:gd name="connsiteY316" fmla="*/ 1268757 h 6858000"/>
              <a:gd name="connsiteX317" fmla="*/ 837801 w 4543952"/>
              <a:gd name="connsiteY317" fmla="*/ 773034 h 6858000"/>
              <a:gd name="connsiteX318" fmla="*/ 829801 w 4543952"/>
              <a:gd name="connsiteY318" fmla="*/ 854378 h 6858000"/>
              <a:gd name="connsiteX319" fmla="*/ 798747 w 4543952"/>
              <a:gd name="connsiteY319" fmla="*/ 915342 h 6858000"/>
              <a:gd name="connsiteX320" fmla="*/ 788269 w 4543952"/>
              <a:gd name="connsiteY320" fmla="*/ 927154 h 6858000"/>
              <a:gd name="connsiteX321" fmla="*/ 791889 w 4543952"/>
              <a:gd name="connsiteY321" fmla="*/ 1097086 h 6858000"/>
              <a:gd name="connsiteX322" fmla="*/ 796271 w 4543952"/>
              <a:gd name="connsiteY322" fmla="*/ 1123184 h 6858000"/>
              <a:gd name="connsiteX323" fmla="*/ 771553 w 4543952"/>
              <a:gd name="connsiteY323" fmla="*/ 1184028 h 6858000"/>
              <a:gd name="connsiteX324" fmla="*/ 796272 w 4543952"/>
              <a:gd name="connsiteY324" fmla="*/ 1123185 h 6858000"/>
              <a:gd name="connsiteX325" fmla="*/ 791890 w 4543952"/>
              <a:gd name="connsiteY325" fmla="*/ 1097087 h 6858000"/>
              <a:gd name="connsiteX326" fmla="*/ 788270 w 4543952"/>
              <a:gd name="connsiteY326" fmla="*/ 927155 h 6858000"/>
              <a:gd name="connsiteX327" fmla="*/ 798748 w 4543952"/>
              <a:gd name="connsiteY327" fmla="*/ 915343 h 6858000"/>
              <a:gd name="connsiteX328" fmla="*/ 829801 w 4543952"/>
              <a:gd name="connsiteY328" fmla="*/ 854379 h 6858000"/>
              <a:gd name="connsiteX329" fmla="*/ 837801 w 4543952"/>
              <a:gd name="connsiteY329" fmla="*/ 773035 h 6858000"/>
              <a:gd name="connsiteX330" fmla="*/ 782400 w 4543952"/>
              <a:gd name="connsiteY330" fmla="*/ 517850 h 6858000"/>
              <a:gd name="connsiteX331" fmla="*/ 791317 w 4543952"/>
              <a:gd name="connsiteY331" fmla="*/ 556046 h 6858000"/>
              <a:gd name="connsiteX332" fmla="*/ 797795 w 4543952"/>
              <a:gd name="connsiteY332" fmla="*/ 580049 h 6858000"/>
              <a:gd name="connsiteX333" fmla="*/ 801176 w 4543952"/>
              <a:gd name="connsiteY333" fmla="*/ 642536 h 6858000"/>
              <a:gd name="connsiteX334" fmla="*/ 813700 w 4543952"/>
              <a:gd name="connsiteY334" fmla="*/ 694927 h 6858000"/>
              <a:gd name="connsiteX335" fmla="*/ 801177 w 4543952"/>
              <a:gd name="connsiteY335" fmla="*/ 642537 h 6858000"/>
              <a:gd name="connsiteX336" fmla="*/ 797796 w 4543952"/>
              <a:gd name="connsiteY336" fmla="*/ 580050 h 6858000"/>
              <a:gd name="connsiteX337" fmla="*/ 791318 w 4543952"/>
              <a:gd name="connsiteY337" fmla="*/ 556047 h 6858000"/>
              <a:gd name="connsiteX338" fmla="*/ 783887 w 4543952"/>
              <a:gd name="connsiteY338" fmla="*/ 313532 h 6858000"/>
              <a:gd name="connsiteX339" fmla="*/ 786245 w 4543952"/>
              <a:gd name="connsiteY339" fmla="*/ 324057 h 6858000"/>
              <a:gd name="connsiteX340" fmla="*/ 784459 w 4543952"/>
              <a:gd name="connsiteY340" fmla="*/ 338869 h 6858000"/>
              <a:gd name="connsiteX341" fmla="*/ 784454 w 4543952"/>
              <a:gd name="connsiteY341" fmla="*/ 338897 h 6858000"/>
              <a:gd name="connsiteX342" fmla="*/ 778363 w 4543952"/>
              <a:gd name="connsiteY342" fmla="*/ 367327 h 6858000"/>
              <a:gd name="connsiteX343" fmla="*/ 774553 w 4543952"/>
              <a:gd name="connsiteY343" fmla="*/ 395639 h 6858000"/>
              <a:gd name="connsiteX344" fmla="*/ 784454 w 4543952"/>
              <a:gd name="connsiteY344" fmla="*/ 338897 h 6858000"/>
              <a:gd name="connsiteX345" fmla="*/ 784460 w 4543952"/>
              <a:gd name="connsiteY345" fmla="*/ 338870 h 6858000"/>
              <a:gd name="connsiteX346" fmla="*/ 783888 w 4543952"/>
              <a:gd name="connsiteY346" fmla="*/ 313533 h 6858000"/>
              <a:gd name="connsiteX347" fmla="*/ 761560 w 4543952"/>
              <a:gd name="connsiteY347" fmla="*/ 281567 h 6858000"/>
              <a:gd name="connsiteX348" fmla="*/ 766454 w 4543952"/>
              <a:gd name="connsiteY348" fmla="*/ 295414 h 6858000"/>
              <a:gd name="connsiteX349" fmla="*/ 766455 w 4543952"/>
              <a:gd name="connsiteY349" fmla="*/ 295414 h 6858000"/>
              <a:gd name="connsiteX350" fmla="*/ 774880 w 4543952"/>
              <a:gd name="connsiteY350" fmla="*/ 24485 h 6858000"/>
              <a:gd name="connsiteX351" fmla="*/ 777142 w 4543952"/>
              <a:gd name="connsiteY351" fmla="*/ 74128 h 6858000"/>
              <a:gd name="connsiteX352" fmla="*/ 767023 w 4543952"/>
              <a:gd name="connsiteY352" fmla="*/ 151568 h 6858000"/>
              <a:gd name="connsiteX353" fmla="*/ 766824 w 4543952"/>
              <a:gd name="connsiteY353" fmla="*/ 153387 h 6858000"/>
              <a:gd name="connsiteX354" fmla="*/ 763010 w 4543952"/>
              <a:gd name="connsiteY354" fmla="*/ 177270 h 6858000"/>
              <a:gd name="connsiteX355" fmla="*/ 758551 w 4543952"/>
              <a:gd name="connsiteY355" fmla="*/ 228943 h 6858000"/>
              <a:gd name="connsiteX356" fmla="*/ 766824 w 4543952"/>
              <a:gd name="connsiteY356" fmla="*/ 153387 h 6858000"/>
              <a:gd name="connsiteX357" fmla="*/ 771220 w 4543952"/>
              <a:gd name="connsiteY357" fmla="*/ 125860 h 6858000"/>
              <a:gd name="connsiteX358" fmla="*/ 777143 w 4543952"/>
              <a:gd name="connsiteY358" fmla="*/ 74128 h 6858000"/>
              <a:gd name="connsiteX359" fmla="*/ 313354 w 4543952"/>
              <a:gd name="connsiteY359" fmla="*/ 0 h 6858000"/>
              <a:gd name="connsiteX360" fmla="*/ 777461 w 4543952"/>
              <a:gd name="connsiteY360" fmla="*/ 0 h 6858000"/>
              <a:gd name="connsiteX361" fmla="*/ 774743 w 4543952"/>
              <a:gd name="connsiteY361" fmla="*/ 21485 h 6858000"/>
              <a:gd name="connsiteX362" fmla="*/ 777461 w 4543952"/>
              <a:gd name="connsiteY362" fmla="*/ 0 h 6858000"/>
              <a:gd name="connsiteX363" fmla="*/ 4543952 w 4543952"/>
              <a:gd name="connsiteY363" fmla="*/ 1 h 6858000"/>
              <a:gd name="connsiteX364" fmla="*/ 4543952 w 4543952"/>
              <a:gd name="connsiteY364" fmla="*/ 6858000 h 6858000"/>
              <a:gd name="connsiteX365" fmla="*/ 284400 w 4543952"/>
              <a:gd name="connsiteY365" fmla="*/ 6858000 h 6858000"/>
              <a:gd name="connsiteX366" fmla="*/ 112147 w 4543952"/>
              <a:gd name="connsiteY366" fmla="*/ 6858000 h 6858000"/>
              <a:gd name="connsiteX367" fmla="*/ 102447 w 4543952"/>
              <a:gd name="connsiteY367" fmla="*/ 6815515 h 6858000"/>
              <a:gd name="connsiteX368" fmla="*/ 83396 w 4543952"/>
              <a:gd name="connsiteY368" fmla="*/ 6748457 h 6858000"/>
              <a:gd name="connsiteX369" fmla="*/ 61870 w 4543952"/>
              <a:gd name="connsiteY369" fmla="*/ 6584811 h 6858000"/>
              <a:gd name="connsiteX370" fmla="*/ 41105 w 4543952"/>
              <a:gd name="connsiteY370" fmla="*/ 6415832 h 6858000"/>
              <a:gd name="connsiteX371" fmla="*/ 34247 w 4543952"/>
              <a:gd name="connsiteY371" fmla="*/ 6323057 h 6858000"/>
              <a:gd name="connsiteX372" fmla="*/ 23386 w 4543952"/>
              <a:gd name="connsiteY372" fmla="*/ 6242092 h 6858000"/>
              <a:gd name="connsiteX373" fmla="*/ 16528 w 4543952"/>
              <a:gd name="connsiteY373" fmla="*/ 6171604 h 6858000"/>
              <a:gd name="connsiteX374" fmla="*/ 2622 w 4543952"/>
              <a:gd name="connsiteY374" fmla="*/ 6059396 h 6858000"/>
              <a:gd name="connsiteX375" fmla="*/ 0 w 4543952"/>
              <a:gd name="connsiteY375" fmla="*/ 6041768 h 6858000"/>
              <a:gd name="connsiteX376" fmla="*/ 0 w 4543952"/>
              <a:gd name="connsiteY376" fmla="*/ 6000936 h 6858000"/>
              <a:gd name="connsiteX377" fmla="*/ 3670 w 4543952"/>
              <a:gd name="connsiteY377" fmla="*/ 5957594 h 6858000"/>
              <a:gd name="connsiteX378" fmla="*/ 0 w 4543952"/>
              <a:gd name="connsiteY378" fmla="*/ 5912510 h 6858000"/>
              <a:gd name="connsiteX379" fmla="*/ 0 w 4543952"/>
              <a:gd name="connsiteY379" fmla="*/ 5886400 h 6858000"/>
              <a:gd name="connsiteX380" fmla="*/ 1098 w 4543952"/>
              <a:gd name="connsiteY380" fmla="*/ 5864317 h 6858000"/>
              <a:gd name="connsiteX381" fmla="*/ 24720 w 4543952"/>
              <a:gd name="connsiteY381" fmla="*/ 5790591 h 6858000"/>
              <a:gd name="connsiteX382" fmla="*/ 26434 w 4543952"/>
              <a:gd name="connsiteY382" fmla="*/ 5781829 h 6858000"/>
              <a:gd name="connsiteX383" fmla="*/ 35771 w 4543952"/>
              <a:gd name="connsiteY383" fmla="*/ 5733439 h 6858000"/>
              <a:gd name="connsiteX384" fmla="*/ 38819 w 4543952"/>
              <a:gd name="connsiteY384" fmla="*/ 5706958 h 6858000"/>
              <a:gd name="connsiteX385" fmla="*/ 58250 w 4543952"/>
              <a:gd name="connsiteY385" fmla="*/ 5606371 h 6858000"/>
              <a:gd name="connsiteX386" fmla="*/ 67394 w 4543952"/>
              <a:gd name="connsiteY386" fmla="*/ 5548459 h 6858000"/>
              <a:gd name="connsiteX387" fmla="*/ 66060 w 4543952"/>
              <a:gd name="connsiteY387" fmla="*/ 5501593 h 6858000"/>
              <a:gd name="connsiteX388" fmla="*/ 64346 w 4543952"/>
              <a:gd name="connsiteY388" fmla="*/ 5419294 h 6858000"/>
              <a:gd name="connsiteX389" fmla="*/ 59964 w 4543952"/>
              <a:gd name="connsiteY389" fmla="*/ 5393004 h 6858000"/>
              <a:gd name="connsiteX390" fmla="*/ 72538 w 4543952"/>
              <a:gd name="connsiteY390" fmla="*/ 5274128 h 6858000"/>
              <a:gd name="connsiteX391" fmla="*/ 73490 w 4543952"/>
              <a:gd name="connsiteY391" fmla="*/ 5206307 h 6858000"/>
              <a:gd name="connsiteX392" fmla="*/ 89113 w 4543952"/>
              <a:gd name="connsiteY392" fmla="*/ 5129915 h 6858000"/>
              <a:gd name="connsiteX393" fmla="*/ 88351 w 4543952"/>
              <a:gd name="connsiteY393" fmla="*/ 5107626 h 6858000"/>
              <a:gd name="connsiteX394" fmla="*/ 87016 w 4543952"/>
              <a:gd name="connsiteY394" fmla="*/ 5082669 h 6858000"/>
              <a:gd name="connsiteX395" fmla="*/ 85872 w 4543952"/>
              <a:gd name="connsiteY395" fmla="*/ 5006085 h 6858000"/>
              <a:gd name="connsiteX396" fmla="*/ 80158 w 4543952"/>
              <a:gd name="connsiteY396" fmla="*/ 4959601 h 6858000"/>
              <a:gd name="connsiteX397" fmla="*/ 83586 w 4543952"/>
              <a:gd name="connsiteY397" fmla="*/ 4871018 h 6858000"/>
              <a:gd name="connsiteX398" fmla="*/ 78634 w 4543952"/>
              <a:gd name="connsiteY398" fmla="*/ 4838249 h 6858000"/>
              <a:gd name="connsiteX399" fmla="*/ 78062 w 4543952"/>
              <a:gd name="connsiteY399" fmla="*/ 4755380 h 6858000"/>
              <a:gd name="connsiteX400" fmla="*/ 80920 w 4543952"/>
              <a:gd name="connsiteY400" fmla="*/ 4681082 h 6858000"/>
              <a:gd name="connsiteX401" fmla="*/ 79396 w 4543952"/>
              <a:gd name="connsiteY401" fmla="*/ 4609451 h 6858000"/>
              <a:gd name="connsiteX402" fmla="*/ 73110 w 4543952"/>
              <a:gd name="connsiteY402" fmla="*/ 4558206 h 6858000"/>
              <a:gd name="connsiteX403" fmla="*/ 69300 w 4543952"/>
              <a:gd name="connsiteY403" fmla="*/ 4502578 h 6858000"/>
              <a:gd name="connsiteX404" fmla="*/ 46629 w 4543952"/>
              <a:gd name="connsiteY404" fmla="*/ 4349221 h 6858000"/>
              <a:gd name="connsiteX405" fmla="*/ 52153 w 4543952"/>
              <a:gd name="connsiteY405" fmla="*/ 4320836 h 6858000"/>
              <a:gd name="connsiteX406" fmla="*/ 57297 w 4543952"/>
              <a:gd name="connsiteY406" fmla="*/ 4159666 h 6858000"/>
              <a:gd name="connsiteX407" fmla="*/ 56915 w 4543952"/>
              <a:gd name="connsiteY407" fmla="*/ 4124613 h 6858000"/>
              <a:gd name="connsiteX408" fmla="*/ 79396 w 4543952"/>
              <a:gd name="connsiteY408" fmla="*/ 4030502 h 6858000"/>
              <a:gd name="connsiteX409" fmla="*/ 43771 w 4543952"/>
              <a:gd name="connsiteY409" fmla="*/ 3885337 h 6858000"/>
              <a:gd name="connsiteX410" fmla="*/ 426 w 4543952"/>
              <a:gd name="connsiteY410" fmla="*/ 3786776 h 6858000"/>
              <a:gd name="connsiteX411" fmla="*/ 0 w 4543952"/>
              <a:gd name="connsiteY411" fmla="*/ 3773896 h 6858000"/>
              <a:gd name="connsiteX412" fmla="*/ 0 w 4543952"/>
              <a:gd name="connsiteY412" fmla="*/ 3393881 h 6858000"/>
              <a:gd name="connsiteX413" fmla="*/ 11838 w 4543952"/>
              <a:gd name="connsiteY413" fmla="*/ 3359515 h 6858000"/>
              <a:gd name="connsiteX414" fmla="*/ 12910 w 4543952"/>
              <a:gd name="connsiteY414" fmla="*/ 3318770 h 6858000"/>
              <a:gd name="connsiteX415" fmla="*/ 6718 w 4543952"/>
              <a:gd name="connsiteY415" fmla="*/ 3304078 h 6858000"/>
              <a:gd name="connsiteX416" fmla="*/ 0 w 4543952"/>
              <a:gd name="connsiteY416" fmla="*/ 3297656 h 6858000"/>
              <a:gd name="connsiteX417" fmla="*/ 0 w 4543952"/>
              <a:gd name="connsiteY417" fmla="*/ 3207866 h 6858000"/>
              <a:gd name="connsiteX418" fmla="*/ 15553 w 4543952"/>
              <a:gd name="connsiteY418" fmla="*/ 3186770 h 6858000"/>
              <a:gd name="connsiteX419" fmla="*/ 36341 w 4543952"/>
              <a:gd name="connsiteY419" fmla="*/ 3107499 h 6858000"/>
              <a:gd name="connsiteX420" fmla="*/ 38057 w 4543952"/>
              <a:gd name="connsiteY420" fmla="*/ 3042727 h 6858000"/>
              <a:gd name="connsiteX421" fmla="*/ 54249 w 4543952"/>
              <a:gd name="connsiteY421" fmla="*/ 2901942 h 6858000"/>
              <a:gd name="connsiteX422" fmla="*/ 77300 w 4543952"/>
              <a:gd name="connsiteY422" fmla="*/ 2809929 h 6858000"/>
              <a:gd name="connsiteX423" fmla="*/ 103399 w 4543952"/>
              <a:gd name="connsiteY423" fmla="*/ 2743825 h 6858000"/>
              <a:gd name="connsiteX424" fmla="*/ 137500 w 4543952"/>
              <a:gd name="connsiteY424" fmla="*/ 2649142 h 6858000"/>
              <a:gd name="connsiteX425" fmla="*/ 155217 w 4543952"/>
              <a:gd name="connsiteY425" fmla="*/ 2554078 h 6858000"/>
              <a:gd name="connsiteX426" fmla="*/ 177507 w 4543952"/>
              <a:gd name="connsiteY426" fmla="*/ 2485306 h 6858000"/>
              <a:gd name="connsiteX427" fmla="*/ 192748 w 4543952"/>
              <a:gd name="connsiteY427" fmla="*/ 2401291 h 6858000"/>
              <a:gd name="connsiteX428" fmla="*/ 193318 w 4543952"/>
              <a:gd name="connsiteY428" fmla="*/ 2330805 h 6858000"/>
              <a:gd name="connsiteX429" fmla="*/ 190652 w 4543952"/>
              <a:gd name="connsiteY429" fmla="*/ 2220311 h 6858000"/>
              <a:gd name="connsiteX430" fmla="*/ 236753 w 4543952"/>
              <a:gd name="connsiteY430" fmla="*/ 2085053 h 6858000"/>
              <a:gd name="connsiteX431" fmla="*/ 247042 w 4543952"/>
              <a:gd name="connsiteY431" fmla="*/ 2030377 h 6858000"/>
              <a:gd name="connsiteX432" fmla="*/ 251804 w 4543952"/>
              <a:gd name="connsiteY432" fmla="*/ 1978939 h 6858000"/>
              <a:gd name="connsiteX433" fmla="*/ 282475 w 4543952"/>
              <a:gd name="connsiteY433" fmla="*/ 1869779 h 6858000"/>
              <a:gd name="connsiteX434" fmla="*/ 292573 w 4543952"/>
              <a:gd name="connsiteY434" fmla="*/ 1825392 h 6858000"/>
              <a:gd name="connsiteX435" fmla="*/ 292381 w 4543952"/>
              <a:gd name="connsiteY435" fmla="*/ 1763286 h 6858000"/>
              <a:gd name="connsiteX436" fmla="*/ 306480 w 4543952"/>
              <a:gd name="connsiteY436" fmla="*/ 1650316 h 6858000"/>
              <a:gd name="connsiteX437" fmla="*/ 347629 w 4543952"/>
              <a:gd name="connsiteY437" fmla="*/ 1537536 h 6858000"/>
              <a:gd name="connsiteX438" fmla="*/ 343629 w 4543952"/>
              <a:gd name="connsiteY438" fmla="*/ 1489719 h 6858000"/>
              <a:gd name="connsiteX439" fmla="*/ 344581 w 4543952"/>
              <a:gd name="connsiteY439" fmla="*/ 1472574 h 6858000"/>
              <a:gd name="connsiteX440" fmla="*/ 367252 w 4543952"/>
              <a:gd name="connsiteY440" fmla="*/ 1318455 h 6858000"/>
              <a:gd name="connsiteX441" fmla="*/ 369728 w 4543952"/>
              <a:gd name="connsiteY441" fmla="*/ 1303023 h 6858000"/>
              <a:gd name="connsiteX442" fmla="*/ 389921 w 4543952"/>
              <a:gd name="connsiteY442" fmla="*/ 1230632 h 6858000"/>
              <a:gd name="connsiteX443" fmla="*/ 402495 w 4543952"/>
              <a:gd name="connsiteY443" fmla="*/ 1048124 h 6858000"/>
              <a:gd name="connsiteX444" fmla="*/ 404019 w 4543952"/>
              <a:gd name="connsiteY444" fmla="*/ 1036886 h 6858000"/>
              <a:gd name="connsiteX445" fmla="*/ 393923 w 4543952"/>
              <a:gd name="connsiteY445" fmla="*/ 975732 h 6858000"/>
              <a:gd name="connsiteX446" fmla="*/ 379634 w 4543952"/>
              <a:gd name="connsiteY446" fmla="*/ 945443 h 6858000"/>
              <a:gd name="connsiteX447" fmla="*/ 364774 w 4543952"/>
              <a:gd name="connsiteY447" fmla="*/ 898197 h 6858000"/>
              <a:gd name="connsiteX448" fmla="*/ 359250 w 4543952"/>
              <a:gd name="connsiteY448" fmla="*/ 850188 h 6858000"/>
              <a:gd name="connsiteX449" fmla="*/ 381730 w 4543952"/>
              <a:gd name="connsiteY449" fmla="*/ 769604 h 6858000"/>
              <a:gd name="connsiteX450" fmla="*/ 384016 w 4543952"/>
              <a:gd name="connsiteY450" fmla="*/ 740267 h 6858000"/>
              <a:gd name="connsiteX451" fmla="*/ 394875 w 4543952"/>
              <a:gd name="connsiteY451" fmla="*/ 674922 h 6858000"/>
              <a:gd name="connsiteX452" fmla="*/ 394113 w 4543952"/>
              <a:gd name="connsiteY452" fmla="*/ 617771 h 6858000"/>
              <a:gd name="connsiteX453" fmla="*/ 376776 w 4543952"/>
              <a:gd name="connsiteY453" fmla="*/ 571859 h 6858000"/>
              <a:gd name="connsiteX454" fmla="*/ 373348 w 4543952"/>
              <a:gd name="connsiteY454" fmla="*/ 505181 h 6858000"/>
              <a:gd name="connsiteX455" fmla="*/ 385920 w 4543952"/>
              <a:gd name="connsiteY455" fmla="*/ 462125 h 6858000"/>
              <a:gd name="connsiteX456" fmla="*/ 387634 w 4543952"/>
              <a:gd name="connsiteY456" fmla="*/ 453363 h 6858000"/>
              <a:gd name="connsiteX457" fmla="*/ 388399 w 4543952"/>
              <a:gd name="connsiteY457" fmla="*/ 340773 h 6858000"/>
              <a:gd name="connsiteX458" fmla="*/ 350487 w 4543952"/>
              <a:gd name="connsiteY458" fmla="*/ 200181 h 6858000"/>
              <a:gd name="connsiteX459" fmla="*/ 342485 w 4543952"/>
              <a:gd name="connsiteY459" fmla="*/ 176938 h 6858000"/>
              <a:gd name="connsiteX460" fmla="*/ 328579 w 4543952"/>
              <a:gd name="connsiteY460" fmla="*/ 63586 h 6858000"/>
              <a:gd name="connsiteX461" fmla="*/ 314480 w 4543952"/>
              <a:gd name="connsiteY461" fmla="*/ 28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</a:cxnLst>
            <a:rect l="l" t="t" r="r" b="b"/>
            <a:pathLst>
              <a:path w="4543952" h="6858000">
                <a:moveTo>
                  <a:pt x="328959" y="6564619"/>
                </a:moveTo>
                <a:lnTo>
                  <a:pt x="306480" y="6588624"/>
                </a:lnTo>
                <a:cubicBezTo>
                  <a:pt x="298003" y="6597577"/>
                  <a:pt x="291954" y="6611341"/>
                  <a:pt x="289858" y="6625223"/>
                </a:cubicBezTo>
                <a:lnTo>
                  <a:pt x="289858" y="6625224"/>
                </a:lnTo>
                <a:lnTo>
                  <a:pt x="289870" y="6645551"/>
                </a:lnTo>
                <a:lnTo>
                  <a:pt x="296953" y="6662539"/>
                </a:lnTo>
                <a:lnTo>
                  <a:pt x="296953" y="6662541"/>
                </a:lnTo>
                <a:lnTo>
                  <a:pt x="296954" y="6662543"/>
                </a:lnTo>
                <a:lnTo>
                  <a:pt x="311551" y="6702975"/>
                </a:lnTo>
                <a:lnTo>
                  <a:pt x="297715" y="6742551"/>
                </a:lnTo>
                <a:lnTo>
                  <a:pt x="297714" y="6742554"/>
                </a:lnTo>
                <a:lnTo>
                  <a:pt x="283011" y="6776799"/>
                </a:lnTo>
                <a:lnTo>
                  <a:pt x="278238" y="6812061"/>
                </a:lnTo>
                <a:lnTo>
                  <a:pt x="278237" y="6812062"/>
                </a:lnTo>
                <a:lnTo>
                  <a:pt x="278237" y="6812063"/>
                </a:lnTo>
                <a:lnTo>
                  <a:pt x="278238" y="6812061"/>
                </a:lnTo>
                <a:lnTo>
                  <a:pt x="297714" y="6742554"/>
                </a:lnTo>
                <a:lnTo>
                  <a:pt x="297715" y="6742552"/>
                </a:lnTo>
                <a:cubicBezTo>
                  <a:pt x="306003" y="6729218"/>
                  <a:pt x="311147" y="6716168"/>
                  <a:pt x="311551" y="6702976"/>
                </a:cubicBezTo>
                <a:lnTo>
                  <a:pt x="311551" y="6702975"/>
                </a:lnTo>
                <a:lnTo>
                  <a:pt x="308405" y="6683026"/>
                </a:lnTo>
                <a:lnTo>
                  <a:pt x="296954" y="6662543"/>
                </a:lnTo>
                <a:lnTo>
                  <a:pt x="296953" y="6662540"/>
                </a:lnTo>
                <a:lnTo>
                  <a:pt x="296953" y="6662539"/>
                </a:lnTo>
                <a:lnTo>
                  <a:pt x="289858" y="6625224"/>
                </a:lnTo>
                <a:lnTo>
                  <a:pt x="306480" y="6588625"/>
                </a:lnTo>
                <a:cubicBezTo>
                  <a:pt x="312576" y="6582146"/>
                  <a:pt x="318672" y="6575478"/>
                  <a:pt x="328959" y="6564620"/>
                </a:cubicBezTo>
                <a:close/>
                <a:moveTo>
                  <a:pt x="248638" y="6438980"/>
                </a:moveTo>
                <a:cubicBezTo>
                  <a:pt x="258140" y="6444076"/>
                  <a:pt x="265617" y="6451649"/>
                  <a:pt x="268569" y="6463840"/>
                </a:cubicBezTo>
                <a:lnTo>
                  <a:pt x="268572" y="6463848"/>
                </a:lnTo>
                <a:lnTo>
                  <a:pt x="279556" y="6508051"/>
                </a:lnTo>
                <a:lnTo>
                  <a:pt x="282367" y="6513011"/>
                </a:lnTo>
                <a:lnTo>
                  <a:pt x="284834" y="6521803"/>
                </a:lnTo>
                <a:lnTo>
                  <a:pt x="301172" y="6546194"/>
                </a:lnTo>
                <a:lnTo>
                  <a:pt x="301172" y="6546193"/>
                </a:lnTo>
                <a:lnTo>
                  <a:pt x="282367" y="6513011"/>
                </a:lnTo>
                <a:lnTo>
                  <a:pt x="268572" y="6463848"/>
                </a:lnTo>
                <a:lnTo>
                  <a:pt x="268569" y="6463839"/>
                </a:lnTo>
                <a:close/>
                <a:moveTo>
                  <a:pt x="166047" y="6392242"/>
                </a:moveTo>
                <a:lnTo>
                  <a:pt x="173364" y="6407332"/>
                </a:lnTo>
                <a:lnTo>
                  <a:pt x="173364" y="6407331"/>
                </a:lnTo>
                <a:close/>
                <a:moveTo>
                  <a:pt x="401733" y="4221390"/>
                </a:moveTo>
                <a:lnTo>
                  <a:pt x="396017" y="4253013"/>
                </a:lnTo>
                <a:cubicBezTo>
                  <a:pt x="383824" y="4277400"/>
                  <a:pt x="368204" y="4300069"/>
                  <a:pt x="356201" y="4324644"/>
                </a:cubicBezTo>
                <a:cubicBezTo>
                  <a:pt x="350487" y="4336456"/>
                  <a:pt x="347439" y="4350553"/>
                  <a:pt x="347247" y="4363889"/>
                </a:cubicBezTo>
                <a:lnTo>
                  <a:pt x="347247" y="4363890"/>
                </a:lnTo>
                <a:cubicBezTo>
                  <a:pt x="346295" y="4403325"/>
                  <a:pt x="346295" y="4442761"/>
                  <a:pt x="348009" y="4482004"/>
                </a:cubicBezTo>
                <a:cubicBezTo>
                  <a:pt x="350677" y="4546776"/>
                  <a:pt x="351249" y="4612500"/>
                  <a:pt x="408019" y="4659174"/>
                </a:cubicBezTo>
                <a:cubicBezTo>
                  <a:pt x="412591" y="4662986"/>
                  <a:pt x="415259" y="4671176"/>
                  <a:pt x="416021" y="4677655"/>
                </a:cubicBezTo>
                <a:cubicBezTo>
                  <a:pt x="419640" y="4707564"/>
                  <a:pt x="420022" y="4738235"/>
                  <a:pt x="425928" y="4767764"/>
                </a:cubicBezTo>
                <a:lnTo>
                  <a:pt x="427237" y="4800482"/>
                </a:lnTo>
                <a:lnTo>
                  <a:pt x="412401" y="4828915"/>
                </a:lnTo>
                <a:cubicBezTo>
                  <a:pt x="404115" y="4837702"/>
                  <a:pt x="397114" y="4847213"/>
                  <a:pt x="391971" y="4857316"/>
                </a:cubicBezTo>
                <a:lnTo>
                  <a:pt x="390221" y="4863342"/>
                </a:lnTo>
                <a:lnTo>
                  <a:pt x="387469" y="4867613"/>
                </a:lnTo>
                <a:lnTo>
                  <a:pt x="382691" y="4889274"/>
                </a:lnTo>
                <a:lnTo>
                  <a:pt x="382691" y="4889275"/>
                </a:lnTo>
                <a:cubicBezTo>
                  <a:pt x="382122" y="4896713"/>
                  <a:pt x="382634" y="4904357"/>
                  <a:pt x="384396" y="4912168"/>
                </a:cubicBezTo>
                <a:lnTo>
                  <a:pt x="385799" y="4933804"/>
                </a:lnTo>
                <a:lnTo>
                  <a:pt x="378247" y="4957452"/>
                </a:lnTo>
                <a:lnTo>
                  <a:pt x="360964" y="4987036"/>
                </a:lnTo>
                <a:cubicBezTo>
                  <a:pt x="349725" y="5003800"/>
                  <a:pt x="335627" y="5022851"/>
                  <a:pt x="334485" y="5041520"/>
                </a:cubicBezTo>
                <a:cubicBezTo>
                  <a:pt x="333557" y="5057380"/>
                  <a:pt x="327458" y="5072410"/>
                  <a:pt x="321371" y="5087422"/>
                </a:cubicBezTo>
                <a:lnTo>
                  <a:pt x="321364" y="5087449"/>
                </a:lnTo>
                <a:lnTo>
                  <a:pt x="315482" y="5102460"/>
                </a:lnTo>
                <a:lnTo>
                  <a:pt x="308338" y="5133219"/>
                </a:lnTo>
                <a:lnTo>
                  <a:pt x="308337" y="5133223"/>
                </a:lnTo>
                <a:lnTo>
                  <a:pt x="308337" y="5133224"/>
                </a:lnTo>
                <a:lnTo>
                  <a:pt x="315052" y="5166113"/>
                </a:lnTo>
                <a:lnTo>
                  <a:pt x="314362" y="5172089"/>
                </a:lnTo>
                <a:cubicBezTo>
                  <a:pt x="313481" y="5174399"/>
                  <a:pt x="312290" y="5176875"/>
                  <a:pt x="311814" y="5179066"/>
                </a:cubicBezTo>
                <a:lnTo>
                  <a:pt x="311814" y="5179067"/>
                </a:lnTo>
                <a:cubicBezTo>
                  <a:pt x="304574" y="5214121"/>
                  <a:pt x="311624" y="5247078"/>
                  <a:pt x="335437" y="5272796"/>
                </a:cubicBezTo>
                <a:lnTo>
                  <a:pt x="360397" y="5321350"/>
                </a:lnTo>
                <a:lnTo>
                  <a:pt x="364317" y="5355013"/>
                </a:lnTo>
                <a:lnTo>
                  <a:pt x="359440" y="5385383"/>
                </a:lnTo>
                <a:cubicBezTo>
                  <a:pt x="356201" y="5398720"/>
                  <a:pt x="353915" y="5412056"/>
                  <a:pt x="351249" y="5425581"/>
                </a:cubicBezTo>
                <a:cubicBezTo>
                  <a:pt x="347439" y="5443869"/>
                  <a:pt x="343437" y="5462350"/>
                  <a:pt x="339627" y="5480636"/>
                </a:cubicBezTo>
                <a:cubicBezTo>
                  <a:pt x="337722" y="5489496"/>
                  <a:pt x="335151" y="5498831"/>
                  <a:pt x="335103" y="5507666"/>
                </a:cubicBezTo>
                <a:lnTo>
                  <a:pt x="335103" y="5507667"/>
                </a:lnTo>
                <a:lnTo>
                  <a:pt x="337324" y="5520421"/>
                </a:lnTo>
                <a:lnTo>
                  <a:pt x="345722" y="5531691"/>
                </a:lnTo>
                <a:lnTo>
                  <a:pt x="345723" y="5531693"/>
                </a:lnTo>
                <a:lnTo>
                  <a:pt x="355869" y="5547577"/>
                </a:lnTo>
                <a:lnTo>
                  <a:pt x="346295" y="5562745"/>
                </a:lnTo>
                <a:cubicBezTo>
                  <a:pt x="303622" y="5600466"/>
                  <a:pt x="276951" y="5646188"/>
                  <a:pt x="275047" y="5704482"/>
                </a:cubicBezTo>
                <a:cubicBezTo>
                  <a:pt x="274665" y="5716484"/>
                  <a:pt x="271999" y="5728677"/>
                  <a:pt x="269141" y="5740487"/>
                </a:cubicBezTo>
                <a:cubicBezTo>
                  <a:pt x="267426" y="5747727"/>
                  <a:pt x="265520" y="5756492"/>
                  <a:pt x="260376" y="5760872"/>
                </a:cubicBezTo>
                <a:cubicBezTo>
                  <a:pt x="221133" y="5794973"/>
                  <a:pt x="193890" y="5837456"/>
                  <a:pt x="171981" y="5883750"/>
                </a:cubicBezTo>
                <a:lnTo>
                  <a:pt x="171979" y="5883755"/>
                </a:lnTo>
                <a:lnTo>
                  <a:pt x="160957" y="5909350"/>
                </a:lnTo>
                <a:lnTo>
                  <a:pt x="154076" y="5935945"/>
                </a:lnTo>
                <a:lnTo>
                  <a:pt x="154075" y="5935948"/>
                </a:lnTo>
                <a:lnTo>
                  <a:pt x="154075" y="5935949"/>
                </a:lnTo>
                <a:lnTo>
                  <a:pt x="154242" y="5964476"/>
                </a:lnTo>
                <a:lnTo>
                  <a:pt x="157695" y="5993289"/>
                </a:lnTo>
                <a:lnTo>
                  <a:pt x="157695" y="5993291"/>
                </a:lnTo>
                <a:cubicBezTo>
                  <a:pt x="158837" y="6004531"/>
                  <a:pt x="158647" y="6017485"/>
                  <a:pt x="164171" y="6026440"/>
                </a:cubicBezTo>
                <a:cubicBezTo>
                  <a:pt x="181508" y="6054825"/>
                  <a:pt x="200176" y="6082258"/>
                  <a:pt x="220371" y="6108738"/>
                </a:cubicBezTo>
                <a:lnTo>
                  <a:pt x="234064" y="6133314"/>
                </a:lnTo>
                <a:lnTo>
                  <a:pt x="218468" y="6155599"/>
                </a:lnTo>
                <a:lnTo>
                  <a:pt x="218465" y="6155601"/>
                </a:lnTo>
                <a:cubicBezTo>
                  <a:pt x="196176" y="6175796"/>
                  <a:pt x="184556" y="6200943"/>
                  <a:pt x="179794" y="6228755"/>
                </a:cubicBezTo>
                <a:cubicBezTo>
                  <a:pt x="172363" y="6272763"/>
                  <a:pt x="166077" y="6317150"/>
                  <a:pt x="162457" y="6361538"/>
                </a:cubicBezTo>
                <a:lnTo>
                  <a:pt x="162457" y="6361539"/>
                </a:lnTo>
                <a:lnTo>
                  <a:pt x="179794" y="6228756"/>
                </a:lnTo>
                <a:cubicBezTo>
                  <a:pt x="184556" y="6200944"/>
                  <a:pt x="196176" y="6175797"/>
                  <a:pt x="218465" y="6155602"/>
                </a:cubicBezTo>
                <a:lnTo>
                  <a:pt x="218468" y="6155599"/>
                </a:lnTo>
                <a:lnTo>
                  <a:pt x="230364" y="6143189"/>
                </a:lnTo>
                <a:lnTo>
                  <a:pt x="234064" y="6133314"/>
                </a:lnTo>
                <a:lnTo>
                  <a:pt x="234064" y="6133313"/>
                </a:lnTo>
                <a:cubicBezTo>
                  <a:pt x="233993" y="6126883"/>
                  <a:pt x="229039" y="6120073"/>
                  <a:pt x="220371" y="6108737"/>
                </a:cubicBezTo>
                <a:cubicBezTo>
                  <a:pt x="200176" y="6082257"/>
                  <a:pt x="181508" y="6054824"/>
                  <a:pt x="164171" y="6026439"/>
                </a:cubicBezTo>
                <a:cubicBezTo>
                  <a:pt x="158647" y="6017484"/>
                  <a:pt x="158837" y="6004530"/>
                  <a:pt x="157695" y="5993290"/>
                </a:cubicBezTo>
                <a:lnTo>
                  <a:pt x="157695" y="5993289"/>
                </a:lnTo>
                <a:lnTo>
                  <a:pt x="154075" y="5935949"/>
                </a:lnTo>
                <a:lnTo>
                  <a:pt x="154076" y="5935945"/>
                </a:lnTo>
                <a:lnTo>
                  <a:pt x="171979" y="5883755"/>
                </a:lnTo>
                <a:lnTo>
                  <a:pt x="171981" y="5883751"/>
                </a:lnTo>
                <a:cubicBezTo>
                  <a:pt x="193890" y="5837457"/>
                  <a:pt x="221133" y="5794974"/>
                  <a:pt x="260376" y="5760873"/>
                </a:cubicBezTo>
                <a:cubicBezTo>
                  <a:pt x="265520" y="5756493"/>
                  <a:pt x="267426" y="5747728"/>
                  <a:pt x="269141" y="5740488"/>
                </a:cubicBezTo>
                <a:cubicBezTo>
                  <a:pt x="271999" y="5728678"/>
                  <a:pt x="274665" y="5716485"/>
                  <a:pt x="275047" y="5704483"/>
                </a:cubicBezTo>
                <a:cubicBezTo>
                  <a:pt x="276951" y="5646189"/>
                  <a:pt x="303622" y="5600467"/>
                  <a:pt x="346295" y="5562746"/>
                </a:cubicBezTo>
                <a:cubicBezTo>
                  <a:pt x="352392" y="5557317"/>
                  <a:pt x="355774" y="5552507"/>
                  <a:pt x="355869" y="5547578"/>
                </a:cubicBezTo>
                <a:lnTo>
                  <a:pt x="355869" y="5547577"/>
                </a:lnTo>
                <a:cubicBezTo>
                  <a:pt x="355964" y="5542648"/>
                  <a:pt x="352773" y="5537599"/>
                  <a:pt x="345723" y="5531692"/>
                </a:cubicBezTo>
                <a:lnTo>
                  <a:pt x="345722" y="5531691"/>
                </a:lnTo>
                <a:lnTo>
                  <a:pt x="335103" y="5507667"/>
                </a:lnTo>
                <a:lnTo>
                  <a:pt x="339627" y="5480637"/>
                </a:lnTo>
                <a:cubicBezTo>
                  <a:pt x="343437" y="5462351"/>
                  <a:pt x="347439" y="5443870"/>
                  <a:pt x="351249" y="5425582"/>
                </a:cubicBezTo>
                <a:cubicBezTo>
                  <a:pt x="353915" y="5412057"/>
                  <a:pt x="356201" y="5398721"/>
                  <a:pt x="359440" y="5385384"/>
                </a:cubicBezTo>
                <a:cubicBezTo>
                  <a:pt x="361965" y="5375002"/>
                  <a:pt x="363668" y="5364882"/>
                  <a:pt x="364317" y="5355014"/>
                </a:cubicBezTo>
                <a:lnTo>
                  <a:pt x="364317" y="5355013"/>
                </a:lnTo>
                <a:lnTo>
                  <a:pt x="362870" y="5326162"/>
                </a:lnTo>
                <a:lnTo>
                  <a:pt x="360397" y="5321350"/>
                </a:lnTo>
                <a:lnTo>
                  <a:pt x="359341" y="5312287"/>
                </a:lnTo>
                <a:cubicBezTo>
                  <a:pt x="354789" y="5298594"/>
                  <a:pt x="347082" y="5285440"/>
                  <a:pt x="335437" y="5272795"/>
                </a:cubicBezTo>
                <a:cubicBezTo>
                  <a:pt x="323531" y="5259936"/>
                  <a:pt x="315815" y="5245268"/>
                  <a:pt x="311981" y="5229432"/>
                </a:cubicBezTo>
                <a:lnTo>
                  <a:pt x="311814" y="5179067"/>
                </a:lnTo>
                <a:lnTo>
                  <a:pt x="314362" y="5172090"/>
                </a:lnTo>
                <a:cubicBezTo>
                  <a:pt x="315243" y="5169780"/>
                  <a:pt x="315814" y="5167637"/>
                  <a:pt x="315052" y="5166113"/>
                </a:cubicBezTo>
                <a:lnTo>
                  <a:pt x="315052" y="5166112"/>
                </a:lnTo>
                <a:lnTo>
                  <a:pt x="308337" y="5133224"/>
                </a:lnTo>
                <a:lnTo>
                  <a:pt x="308338" y="5133219"/>
                </a:lnTo>
                <a:lnTo>
                  <a:pt x="321364" y="5087449"/>
                </a:lnTo>
                <a:lnTo>
                  <a:pt x="327270" y="5072375"/>
                </a:lnTo>
                <a:cubicBezTo>
                  <a:pt x="330949" y="5062299"/>
                  <a:pt x="333866" y="5052095"/>
                  <a:pt x="334485" y="5041521"/>
                </a:cubicBezTo>
                <a:cubicBezTo>
                  <a:pt x="335627" y="5022852"/>
                  <a:pt x="349725" y="5003801"/>
                  <a:pt x="360964" y="4987037"/>
                </a:cubicBezTo>
                <a:cubicBezTo>
                  <a:pt x="366751" y="4978392"/>
                  <a:pt x="372458" y="4970096"/>
                  <a:pt x="376969" y="4961455"/>
                </a:cubicBezTo>
                <a:lnTo>
                  <a:pt x="378247" y="4957452"/>
                </a:lnTo>
                <a:lnTo>
                  <a:pt x="381039" y="4952672"/>
                </a:lnTo>
                <a:lnTo>
                  <a:pt x="385799" y="4933804"/>
                </a:lnTo>
                <a:cubicBezTo>
                  <a:pt x="386468" y="4927121"/>
                  <a:pt x="386111" y="4919978"/>
                  <a:pt x="384396" y="4912167"/>
                </a:cubicBezTo>
                <a:lnTo>
                  <a:pt x="382691" y="4889274"/>
                </a:lnTo>
                <a:lnTo>
                  <a:pt x="390221" y="4863342"/>
                </a:lnTo>
                <a:lnTo>
                  <a:pt x="412401" y="4828916"/>
                </a:lnTo>
                <a:cubicBezTo>
                  <a:pt x="420784" y="4819963"/>
                  <a:pt x="425356" y="4810580"/>
                  <a:pt x="427237" y="4800483"/>
                </a:cubicBezTo>
                <a:lnTo>
                  <a:pt x="427237" y="4800482"/>
                </a:lnTo>
                <a:cubicBezTo>
                  <a:pt x="429119" y="4790385"/>
                  <a:pt x="428309" y="4779574"/>
                  <a:pt x="425928" y="4767763"/>
                </a:cubicBezTo>
                <a:cubicBezTo>
                  <a:pt x="420022" y="4738234"/>
                  <a:pt x="419640" y="4707563"/>
                  <a:pt x="416021" y="4677654"/>
                </a:cubicBezTo>
                <a:cubicBezTo>
                  <a:pt x="415259" y="4671175"/>
                  <a:pt x="412591" y="4662985"/>
                  <a:pt x="408019" y="4659173"/>
                </a:cubicBezTo>
                <a:cubicBezTo>
                  <a:pt x="351249" y="4612499"/>
                  <a:pt x="350677" y="4546775"/>
                  <a:pt x="348009" y="4482003"/>
                </a:cubicBezTo>
                <a:lnTo>
                  <a:pt x="347247" y="4363890"/>
                </a:lnTo>
                <a:lnTo>
                  <a:pt x="356201" y="4324645"/>
                </a:lnTo>
                <a:cubicBezTo>
                  <a:pt x="368204" y="4300070"/>
                  <a:pt x="383824" y="4277401"/>
                  <a:pt x="396017" y="4253014"/>
                </a:cubicBezTo>
                <a:cubicBezTo>
                  <a:pt x="400781" y="4243872"/>
                  <a:pt x="400971" y="4232060"/>
                  <a:pt x="401733" y="4221391"/>
                </a:cubicBezTo>
                <a:close/>
                <a:moveTo>
                  <a:pt x="332842" y="2836171"/>
                </a:moveTo>
                <a:lnTo>
                  <a:pt x="332842" y="2836172"/>
                </a:lnTo>
                <a:cubicBezTo>
                  <a:pt x="336914" y="2839982"/>
                  <a:pt x="340200" y="2844316"/>
                  <a:pt x="341533" y="2848793"/>
                </a:cubicBezTo>
                <a:lnTo>
                  <a:pt x="358166" y="2903544"/>
                </a:lnTo>
                <a:lnTo>
                  <a:pt x="366072" y="2947858"/>
                </a:lnTo>
                <a:lnTo>
                  <a:pt x="366072" y="2947862"/>
                </a:lnTo>
                <a:lnTo>
                  <a:pt x="362488" y="2982147"/>
                </a:lnTo>
                <a:cubicBezTo>
                  <a:pt x="354392" y="3014152"/>
                  <a:pt x="350582" y="3045776"/>
                  <a:pt x="350796" y="3077400"/>
                </a:cubicBezTo>
                <a:lnTo>
                  <a:pt x="350796" y="3077401"/>
                </a:lnTo>
                <a:cubicBezTo>
                  <a:pt x="351010" y="3109025"/>
                  <a:pt x="355249" y="3140649"/>
                  <a:pt x="363250" y="3172654"/>
                </a:cubicBezTo>
                <a:cubicBezTo>
                  <a:pt x="389159" y="3276480"/>
                  <a:pt x="416591" y="3380305"/>
                  <a:pt x="410877" y="3489467"/>
                </a:cubicBezTo>
                <a:cubicBezTo>
                  <a:pt x="409925" y="3507563"/>
                  <a:pt x="421546" y="3529090"/>
                  <a:pt x="432976" y="3544713"/>
                </a:cubicBezTo>
                <a:cubicBezTo>
                  <a:pt x="438406" y="3552190"/>
                  <a:pt x="442585" y="3557715"/>
                  <a:pt x="445520" y="3562320"/>
                </a:cubicBezTo>
                <a:lnTo>
                  <a:pt x="450598" y="3574407"/>
                </a:lnTo>
                <a:lnTo>
                  <a:pt x="448246" y="3587173"/>
                </a:lnTo>
                <a:cubicBezTo>
                  <a:pt x="446228" y="3592231"/>
                  <a:pt x="442978" y="3598434"/>
                  <a:pt x="438500" y="3606816"/>
                </a:cubicBezTo>
                <a:cubicBezTo>
                  <a:pt x="434118" y="3614818"/>
                  <a:pt x="431452" y="3624724"/>
                  <a:pt x="424974" y="3630631"/>
                </a:cubicBezTo>
                <a:cubicBezTo>
                  <a:pt x="408496" y="3645681"/>
                  <a:pt x="402257" y="3662493"/>
                  <a:pt x="400733" y="3680162"/>
                </a:cubicBezTo>
                <a:lnTo>
                  <a:pt x="400733" y="3680163"/>
                </a:lnTo>
                <a:lnTo>
                  <a:pt x="404781" y="3734837"/>
                </a:lnTo>
                <a:lnTo>
                  <a:pt x="404399" y="3754651"/>
                </a:lnTo>
                <a:cubicBezTo>
                  <a:pt x="398399" y="3767129"/>
                  <a:pt x="396447" y="3778654"/>
                  <a:pt x="398042" y="3789775"/>
                </a:cubicBezTo>
                <a:lnTo>
                  <a:pt x="398042" y="3789776"/>
                </a:lnTo>
                <a:cubicBezTo>
                  <a:pt x="399638" y="3800896"/>
                  <a:pt x="404781" y="3811613"/>
                  <a:pt x="412973" y="3822472"/>
                </a:cubicBezTo>
                <a:lnTo>
                  <a:pt x="427308" y="3852619"/>
                </a:lnTo>
                <a:lnTo>
                  <a:pt x="417926" y="3885336"/>
                </a:lnTo>
                <a:lnTo>
                  <a:pt x="417925" y="3885337"/>
                </a:lnTo>
                <a:cubicBezTo>
                  <a:pt x="398494" y="3910103"/>
                  <a:pt x="388302" y="3935726"/>
                  <a:pt x="386040" y="3962158"/>
                </a:cubicBezTo>
                <a:lnTo>
                  <a:pt x="386040" y="3962159"/>
                </a:lnTo>
                <a:lnTo>
                  <a:pt x="388431" y="4002409"/>
                </a:lnTo>
                <a:lnTo>
                  <a:pt x="401733" y="4043837"/>
                </a:lnTo>
                <a:lnTo>
                  <a:pt x="401733" y="4043839"/>
                </a:lnTo>
                <a:lnTo>
                  <a:pt x="416855" y="4103825"/>
                </a:lnTo>
                <a:lnTo>
                  <a:pt x="405544" y="4165381"/>
                </a:lnTo>
                <a:lnTo>
                  <a:pt x="405543" y="4165382"/>
                </a:lnTo>
                <a:cubicBezTo>
                  <a:pt x="402114" y="4173479"/>
                  <a:pt x="401543" y="4182766"/>
                  <a:pt x="401638" y="4192386"/>
                </a:cubicBezTo>
                <a:lnTo>
                  <a:pt x="401638" y="4192387"/>
                </a:lnTo>
                <a:lnTo>
                  <a:pt x="405543" y="4165383"/>
                </a:lnTo>
                <a:lnTo>
                  <a:pt x="405544" y="4165381"/>
                </a:lnTo>
                <a:lnTo>
                  <a:pt x="414887" y="4134255"/>
                </a:lnTo>
                <a:lnTo>
                  <a:pt x="416855" y="4103825"/>
                </a:lnTo>
                <a:lnTo>
                  <a:pt x="416855" y="4103824"/>
                </a:lnTo>
                <a:cubicBezTo>
                  <a:pt x="415879" y="4083701"/>
                  <a:pt x="410497" y="4063841"/>
                  <a:pt x="401733" y="4043838"/>
                </a:cubicBezTo>
                <a:lnTo>
                  <a:pt x="401733" y="4043837"/>
                </a:lnTo>
                <a:lnTo>
                  <a:pt x="386040" y="3962159"/>
                </a:lnTo>
                <a:lnTo>
                  <a:pt x="395544" y="3923124"/>
                </a:lnTo>
                <a:cubicBezTo>
                  <a:pt x="400804" y="3910318"/>
                  <a:pt x="408210" y="3897721"/>
                  <a:pt x="417925" y="3885338"/>
                </a:cubicBezTo>
                <a:lnTo>
                  <a:pt x="417926" y="3885336"/>
                </a:lnTo>
                <a:lnTo>
                  <a:pt x="426528" y="3868763"/>
                </a:lnTo>
                <a:lnTo>
                  <a:pt x="427308" y="3852619"/>
                </a:lnTo>
                <a:lnTo>
                  <a:pt x="427308" y="3852618"/>
                </a:lnTo>
                <a:cubicBezTo>
                  <a:pt x="425642" y="3842045"/>
                  <a:pt x="420022" y="3831901"/>
                  <a:pt x="412973" y="3822471"/>
                </a:cubicBezTo>
                <a:lnTo>
                  <a:pt x="398042" y="3789775"/>
                </a:lnTo>
                <a:lnTo>
                  <a:pt x="404399" y="3754652"/>
                </a:lnTo>
                <a:cubicBezTo>
                  <a:pt x="407067" y="3749125"/>
                  <a:pt x="405733" y="3741315"/>
                  <a:pt x="404781" y="3734837"/>
                </a:cubicBezTo>
                <a:lnTo>
                  <a:pt x="404781" y="3734836"/>
                </a:lnTo>
                <a:lnTo>
                  <a:pt x="400733" y="3680163"/>
                </a:lnTo>
                <a:lnTo>
                  <a:pt x="407246" y="3654415"/>
                </a:lnTo>
                <a:cubicBezTo>
                  <a:pt x="411056" y="3646122"/>
                  <a:pt x="416735" y="3638157"/>
                  <a:pt x="424974" y="3630632"/>
                </a:cubicBezTo>
                <a:cubicBezTo>
                  <a:pt x="431452" y="3624725"/>
                  <a:pt x="434118" y="3614819"/>
                  <a:pt x="438500" y="3606817"/>
                </a:cubicBezTo>
                <a:cubicBezTo>
                  <a:pt x="447455" y="3590053"/>
                  <a:pt x="451503" y="3582004"/>
                  <a:pt x="450598" y="3574408"/>
                </a:cubicBezTo>
                <a:lnTo>
                  <a:pt x="450598" y="3574407"/>
                </a:lnTo>
                <a:cubicBezTo>
                  <a:pt x="449693" y="3566810"/>
                  <a:pt x="443835" y="3559667"/>
                  <a:pt x="432976" y="3544712"/>
                </a:cubicBezTo>
                <a:cubicBezTo>
                  <a:pt x="421546" y="3529089"/>
                  <a:pt x="409925" y="3507562"/>
                  <a:pt x="410877" y="3489466"/>
                </a:cubicBezTo>
                <a:cubicBezTo>
                  <a:pt x="416591" y="3380304"/>
                  <a:pt x="389159" y="3276479"/>
                  <a:pt x="363250" y="3172653"/>
                </a:cubicBezTo>
                <a:lnTo>
                  <a:pt x="350796" y="3077401"/>
                </a:lnTo>
                <a:lnTo>
                  <a:pt x="362488" y="2982148"/>
                </a:lnTo>
                <a:cubicBezTo>
                  <a:pt x="365441" y="2970575"/>
                  <a:pt x="366442" y="2959156"/>
                  <a:pt x="366072" y="2947862"/>
                </a:cubicBezTo>
                <a:lnTo>
                  <a:pt x="366072" y="2947861"/>
                </a:lnTo>
                <a:lnTo>
                  <a:pt x="366072" y="2947858"/>
                </a:lnTo>
                <a:lnTo>
                  <a:pt x="361441" y="2914327"/>
                </a:lnTo>
                <a:lnTo>
                  <a:pt x="358166" y="2903544"/>
                </a:lnTo>
                <a:lnTo>
                  <a:pt x="357138" y="2897784"/>
                </a:lnTo>
                <a:cubicBezTo>
                  <a:pt x="352392" y="2881306"/>
                  <a:pt x="346534" y="2865009"/>
                  <a:pt x="341533" y="2848792"/>
                </a:cubicBezTo>
                <a:close/>
                <a:moveTo>
                  <a:pt x="296001" y="2745351"/>
                </a:moveTo>
                <a:lnTo>
                  <a:pt x="289670" y="2770757"/>
                </a:lnTo>
                <a:lnTo>
                  <a:pt x="290080" y="2778005"/>
                </a:lnTo>
                <a:lnTo>
                  <a:pt x="289301" y="2782304"/>
                </a:lnTo>
                <a:lnTo>
                  <a:pt x="290501" y="2785439"/>
                </a:lnTo>
                <a:lnTo>
                  <a:pt x="290929" y="2793022"/>
                </a:lnTo>
                <a:lnTo>
                  <a:pt x="300579" y="2811779"/>
                </a:lnTo>
                <a:lnTo>
                  <a:pt x="300582" y="2811786"/>
                </a:lnTo>
                <a:lnTo>
                  <a:pt x="300583" y="2811786"/>
                </a:lnTo>
                <a:lnTo>
                  <a:pt x="300579" y="2811779"/>
                </a:lnTo>
                <a:lnTo>
                  <a:pt x="290501" y="2785439"/>
                </a:lnTo>
                <a:lnTo>
                  <a:pt x="290080" y="2778005"/>
                </a:lnTo>
                <a:close/>
                <a:moveTo>
                  <a:pt x="817328" y="1508457"/>
                </a:moveTo>
                <a:lnTo>
                  <a:pt x="845421" y="1596212"/>
                </a:lnTo>
                <a:cubicBezTo>
                  <a:pt x="847898" y="1604977"/>
                  <a:pt x="846373" y="1615835"/>
                  <a:pt x="843517" y="1624979"/>
                </a:cubicBezTo>
                <a:cubicBezTo>
                  <a:pt x="833801" y="1656222"/>
                  <a:pt x="809415" y="1676035"/>
                  <a:pt x="786935" y="1697752"/>
                </a:cubicBezTo>
                <a:cubicBezTo>
                  <a:pt x="777029" y="1707278"/>
                  <a:pt x="769981" y="1720422"/>
                  <a:pt x="764267" y="1733187"/>
                </a:cubicBezTo>
                <a:cubicBezTo>
                  <a:pt x="749595" y="1766334"/>
                  <a:pt x="736452" y="1800245"/>
                  <a:pt x="722546" y="1833774"/>
                </a:cubicBezTo>
                <a:cubicBezTo>
                  <a:pt x="721212" y="1837012"/>
                  <a:pt x="717783" y="1839678"/>
                  <a:pt x="714925" y="1842157"/>
                </a:cubicBezTo>
                <a:cubicBezTo>
                  <a:pt x="684824" y="1866921"/>
                  <a:pt x="654535" y="1891496"/>
                  <a:pt x="624434" y="1916453"/>
                </a:cubicBezTo>
                <a:cubicBezTo>
                  <a:pt x="618720" y="1921215"/>
                  <a:pt x="614528" y="1928075"/>
                  <a:pt x="609004" y="1933218"/>
                </a:cubicBezTo>
                <a:cubicBezTo>
                  <a:pt x="601384" y="1940458"/>
                  <a:pt x="594143" y="1949602"/>
                  <a:pt x="584999" y="1953412"/>
                </a:cubicBezTo>
                <a:cubicBezTo>
                  <a:pt x="556234" y="1965223"/>
                  <a:pt x="543850" y="1987893"/>
                  <a:pt x="538516" y="2016468"/>
                </a:cubicBezTo>
                <a:cubicBezTo>
                  <a:pt x="533563" y="2042569"/>
                  <a:pt x="529371" y="2068668"/>
                  <a:pt x="523657" y="2094577"/>
                </a:cubicBezTo>
                <a:cubicBezTo>
                  <a:pt x="516799" y="2126200"/>
                  <a:pt x="509369" y="2157635"/>
                  <a:pt x="500986" y="2188878"/>
                </a:cubicBezTo>
                <a:cubicBezTo>
                  <a:pt x="497366" y="2202403"/>
                  <a:pt x="493176" y="2216691"/>
                  <a:pt x="485746" y="2228313"/>
                </a:cubicBezTo>
                <a:cubicBezTo>
                  <a:pt x="465171" y="2260889"/>
                  <a:pt x="451265" y="2295752"/>
                  <a:pt x="456789" y="2334043"/>
                </a:cubicBezTo>
                <a:cubicBezTo>
                  <a:pt x="461171" y="2364714"/>
                  <a:pt x="449931" y="2390433"/>
                  <a:pt x="432404" y="2409484"/>
                </a:cubicBezTo>
                <a:cubicBezTo>
                  <a:pt x="424451" y="2418153"/>
                  <a:pt x="418938" y="2426976"/>
                  <a:pt x="415303" y="2435912"/>
                </a:cubicBezTo>
                <a:lnTo>
                  <a:pt x="415303" y="2435912"/>
                </a:lnTo>
                <a:lnTo>
                  <a:pt x="415303" y="2435912"/>
                </a:lnTo>
                <a:lnTo>
                  <a:pt x="414227" y="2440915"/>
                </a:lnTo>
                <a:lnTo>
                  <a:pt x="409472" y="2463016"/>
                </a:lnTo>
                <a:lnTo>
                  <a:pt x="409472" y="2463017"/>
                </a:lnTo>
                <a:lnTo>
                  <a:pt x="411535" y="2490550"/>
                </a:lnTo>
                <a:lnTo>
                  <a:pt x="418115" y="2518261"/>
                </a:lnTo>
                <a:lnTo>
                  <a:pt x="418115" y="2518264"/>
                </a:lnTo>
                <a:lnTo>
                  <a:pt x="421759" y="2545006"/>
                </a:lnTo>
                <a:lnTo>
                  <a:pt x="417545" y="2571033"/>
                </a:lnTo>
                <a:cubicBezTo>
                  <a:pt x="405543" y="2612944"/>
                  <a:pt x="372966" y="2640949"/>
                  <a:pt x="344391" y="2668000"/>
                </a:cubicBezTo>
                <a:cubicBezTo>
                  <a:pt x="320006" y="2691053"/>
                  <a:pt x="306290" y="2716962"/>
                  <a:pt x="296001" y="2745347"/>
                </a:cubicBezTo>
                <a:lnTo>
                  <a:pt x="296001" y="2745348"/>
                </a:lnTo>
                <a:cubicBezTo>
                  <a:pt x="306290" y="2716963"/>
                  <a:pt x="320006" y="2691054"/>
                  <a:pt x="344391" y="2668001"/>
                </a:cubicBezTo>
                <a:cubicBezTo>
                  <a:pt x="372966" y="2640950"/>
                  <a:pt x="405543" y="2612945"/>
                  <a:pt x="417545" y="2571034"/>
                </a:cubicBezTo>
                <a:cubicBezTo>
                  <a:pt x="420117" y="2561985"/>
                  <a:pt x="421593" y="2553555"/>
                  <a:pt x="421760" y="2545006"/>
                </a:cubicBezTo>
                <a:lnTo>
                  <a:pt x="421759" y="2545006"/>
                </a:lnTo>
                <a:lnTo>
                  <a:pt x="421760" y="2545005"/>
                </a:lnTo>
                <a:cubicBezTo>
                  <a:pt x="421926" y="2536456"/>
                  <a:pt x="420783" y="2527789"/>
                  <a:pt x="418115" y="2518263"/>
                </a:cubicBezTo>
                <a:lnTo>
                  <a:pt x="418115" y="2518261"/>
                </a:lnTo>
                <a:lnTo>
                  <a:pt x="409472" y="2463017"/>
                </a:lnTo>
                <a:lnTo>
                  <a:pt x="414227" y="2440915"/>
                </a:lnTo>
                <a:lnTo>
                  <a:pt x="415303" y="2435912"/>
                </a:lnTo>
                <a:lnTo>
                  <a:pt x="432404" y="2409485"/>
                </a:lnTo>
                <a:cubicBezTo>
                  <a:pt x="449931" y="2390434"/>
                  <a:pt x="461171" y="2364715"/>
                  <a:pt x="456789" y="2334044"/>
                </a:cubicBezTo>
                <a:cubicBezTo>
                  <a:pt x="451265" y="2295753"/>
                  <a:pt x="465171" y="2260890"/>
                  <a:pt x="485746" y="2228314"/>
                </a:cubicBezTo>
                <a:cubicBezTo>
                  <a:pt x="493176" y="2216692"/>
                  <a:pt x="497366" y="2202404"/>
                  <a:pt x="500986" y="2188879"/>
                </a:cubicBezTo>
                <a:cubicBezTo>
                  <a:pt x="509369" y="2157636"/>
                  <a:pt x="516799" y="2126201"/>
                  <a:pt x="523657" y="2094578"/>
                </a:cubicBezTo>
                <a:cubicBezTo>
                  <a:pt x="529371" y="2068669"/>
                  <a:pt x="533563" y="2042570"/>
                  <a:pt x="538516" y="2016469"/>
                </a:cubicBezTo>
                <a:cubicBezTo>
                  <a:pt x="543850" y="1987894"/>
                  <a:pt x="556234" y="1965224"/>
                  <a:pt x="584999" y="1953413"/>
                </a:cubicBezTo>
                <a:cubicBezTo>
                  <a:pt x="594143" y="1949603"/>
                  <a:pt x="601384" y="1940459"/>
                  <a:pt x="609004" y="1933219"/>
                </a:cubicBezTo>
                <a:cubicBezTo>
                  <a:pt x="614528" y="1928076"/>
                  <a:pt x="618720" y="1921216"/>
                  <a:pt x="624434" y="1916454"/>
                </a:cubicBezTo>
                <a:cubicBezTo>
                  <a:pt x="654535" y="1891497"/>
                  <a:pt x="684824" y="1866922"/>
                  <a:pt x="714925" y="1842158"/>
                </a:cubicBezTo>
                <a:cubicBezTo>
                  <a:pt x="717783" y="1839679"/>
                  <a:pt x="721212" y="1837013"/>
                  <a:pt x="722546" y="1833775"/>
                </a:cubicBezTo>
                <a:cubicBezTo>
                  <a:pt x="736452" y="1800246"/>
                  <a:pt x="749596" y="1766335"/>
                  <a:pt x="764267" y="1733188"/>
                </a:cubicBezTo>
                <a:cubicBezTo>
                  <a:pt x="769981" y="1720423"/>
                  <a:pt x="777029" y="1707279"/>
                  <a:pt x="786936" y="1697753"/>
                </a:cubicBezTo>
                <a:cubicBezTo>
                  <a:pt x="809416" y="1676036"/>
                  <a:pt x="833801" y="1656223"/>
                  <a:pt x="843517" y="1624980"/>
                </a:cubicBezTo>
                <a:cubicBezTo>
                  <a:pt x="846374" y="1615836"/>
                  <a:pt x="847899" y="1604978"/>
                  <a:pt x="845422" y="1596213"/>
                </a:cubicBezTo>
                <a:close/>
                <a:moveTo>
                  <a:pt x="798723" y="1459072"/>
                </a:moveTo>
                <a:lnTo>
                  <a:pt x="807941" y="1481571"/>
                </a:lnTo>
                <a:lnTo>
                  <a:pt x="798724" y="1459073"/>
                </a:lnTo>
                <a:close/>
                <a:moveTo>
                  <a:pt x="779530" y="1268757"/>
                </a:moveTo>
                <a:lnTo>
                  <a:pt x="774363" y="1286068"/>
                </a:lnTo>
                <a:cubicBezTo>
                  <a:pt x="759789" y="1306929"/>
                  <a:pt x="753550" y="1328551"/>
                  <a:pt x="752025" y="1350626"/>
                </a:cubicBezTo>
                <a:lnTo>
                  <a:pt x="757620" y="1413839"/>
                </a:lnTo>
                <a:lnTo>
                  <a:pt x="752026" y="1350627"/>
                </a:lnTo>
                <a:cubicBezTo>
                  <a:pt x="753550" y="1328552"/>
                  <a:pt x="759790" y="1306929"/>
                  <a:pt x="774363" y="1286069"/>
                </a:cubicBezTo>
                <a:cubicBezTo>
                  <a:pt x="777506" y="1281688"/>
                  <a:pt x="779078" y="1275401"/>
                  <a:pt x="779530" y="1268757"/>
                </a:cubicBezTo>
                <a:close/>
                <a:moveTo>
                  <a:pt x="837801" y="773034"/>
                </a:moveTo>
                <a:lnTo>
                  <a:pt x="829801" y="854378"/>
                </a:lnTo>
                <a:cubicBezTo>
                  <a:pt x="827515" y="878955"/>
                  <a:pt x="826753" y="903721"/>
                  <a:pt x="798747" y="915342"/>
                </a:cubicBezTo>
                <a:cubicBezTo>
                  <a:pt x="794365" y="917058"/>
                  <a:pt x="791127" y="922772"/>
                  <a:pt x="788269" y="927154"/>
                </a:cubicBezTo>
                <a:cubicBezTo>
                  <a:pt x="744261" y="994784"/>
                  <a:pt x="745405" y="1030979"/>
                  <a:pt x="791889" y="1097086"/>
                </a:cubicBezTo>
                <a:cubicBezTo>
                  <a:pt x="796651" y="1103944"/>
                  <a:pt x="800081" y="1118612"/>
                  <a:pt x="796271" y="1123184"/>
                </a:cubicBezTo>
                <a:cubicBezTo>
                  <a:pt x="780459" y="1142616"/>
                  <a:pt x="773411" y="1162953"/>
                  <a:pt x="771553" y="1184028"/>
                </a:cubicBezTo>
                <a:cubicBezTo>
                  <a:pt x="773411" y="1162953"/>
                  <a:pt x="780460" y="1142617"/>
                  <a:pt x="796272" y="1123185"/>
                </a:cubicBezTo>
                <a:cubicBezTo>
                  <a:pt x="800082" y="1118613"/>
                  <a:pt x="796652" y="1103945"/>
                  <a:pt x="791890" y="1097087"/>
                </a:cubicBezTo>
                <a:cubicBezTo>
                  <a:pt x="745406" y="1030980"/>
                  <a:pt x="744262" y="994785"/>
                  <a:pt x="788270" y="927155"/>
                </a:cubicBezTo>
                <a:cubicBezTo>
                  <a:pt x="791128" y="922773"/>
                  <a:pt x="794366" y="917059"/>
                  <a:pt x="798748" y="915343"/>
                </a:cubicBezTo>
                <a:cubicBezTo>
                  <a:pt x="826753" y="903722"/>
                  <a:pt x="827515" y="878956"/>
                  <a:pt x="829801" y="854379"/>
                </a:cubicBezTo>
                <a:cubicBezTo>
                  <a:pt x="832277" y="827329"/>
                  <a:pt x="835515" y="800276"/>
                  <a:pt x="837801" y="773035"/>
                </a:cubicBezTo>
                <a:close/>
                <a:moveTo>
                  <a:pt x="782400" y="517850"/>
                </a:moveTo>
                <a:lnTo>
                  <a:pt x="791317" y="556046"/>
                </a:lnTo>
                <a:cubicBezTo>
                  <a:pt x="793413" y="564047"/>
                  <a:pt x="798937" y="572621"/>
                  <a:pt x="797795" y="580049"/>
                </a:cubicBezTo>
                <a:cubicBezTo>
                  <a:pt x="794461" y="601577"/>
                  <a:pt x="796890" y="622200"/>
                  <a:pt x="801176" y="642536"/>
                </a:cubicBezTo>
                <a:lnTo>
                  <a:pt x="813700" y="694927"/>
                </a:lnTo>
                <a:lnTo>
                  <a:pt x="801177" y="642537"/>
                </a:lnTo>
                <a:cubicBezTo>
                  <a:pt x="796891" y="622200"/>
                  <a:pt x="794462" y="601578"/>
                  <a:pt x="797796" y="580050"/>
                </a:cubicBezTo>
                <a:cubicBezTo>
                  <a:pt x="798938" y="572622"/>
                  <a:pt x="793414" y="564048"/>
                  <a:pt x="791318" y="556047"/>
                </a:cubicBezTo>
                <a:close/>
                <a:moveTo>
                  <a:pt x="783887" y="313532"/>
                </a:moveTo>
                <a:lnTo>
                  <a:pt x="786245" y="324057"/>
                </a:lnTo>
                <a:cubicBezTo>
                  <a:pt x="786031" y="328963"/>
                  <a:pt x="785126" y="334583"/>
                  <a:pt x="784459" y="338869"/>
                </a:cubicBezTo>
                <a:lnTo>
                  <a:pt x="784454" y="338897"/>
                </a:lnTo>
                <a:lnTo>
                  <a:pt x="778363" y="367327"/>
                </a:lnTo>
                <a:lnTo>
                  <a:pt x="774553" y="395639"/>
                </a:lnTo>
                <a:lnTo>
                  <a:pt x="784454" y="338897"/>
                </a:lnTo>
                <a:lnTo>
                  <a:pt x="784460" y="338870"/>
                </a:lnTo>
                <a:cubicBezTo>
                  <a:pt x="785794" y="330298"/>
                  <a:pt x="788080" y="316389"/>
                  <a:pt x="783888" y="313533"/>
                </a:cubicBezTo>
                <a:close/>
                <a:moveTo>
                  <a:pt x="761560" y="281567"/>
                </a:moveTo>
                <a:lnTo>
                  <a:pt x="766454" y="295414"/>
                </a:lnTo>
                <a:lnTo>
                  <a:pt x="766455" y="295414"/>
                </a:lnTo>
                <a:close/>
                <a:moveTo>
                  <a:pt x="774880" y="24485"/>
                </a:moveTo>
                <a:lnTo>
                  <a:pt x="777142" y="74128"/>
                </a:lnTo>
                <a:cubicBezTo>
                  <a:pt x="775758" y="100173"/>
                  <a:pt x="771253" y="125875"/>
                  <a:pt x="767023" y="151568"/>
                </a:cubicBezTo>
                <a:lnTo>
                  <a:pt x="766824" y="153387"/>
                </a:lnTo>
                <a:lnTo>
                  <a:pt x="763010" y="177270"/>
                </a:lnTo>
                <a:lnTo>
                  <a:pt x="758551" y="228943"/>
                </a:lnTo>
                <a:lnTo>
                  <a:pt x="766824" y="153387"/>
                </a:lnTo>
                <a:lnTo>
                  <a:pt x="771220" y="125860"/>
                </a:lnTo>
                <a:cubicBezTo>
                  <a:pt x="773910" y="108702"/>
                  <a:pt x="776220" y="91491"/>
                  <a:pt x="777143" y="74128"/>
                </a:cubicBezTo>
                <a:close/>
                <a:moveTo>
                  <a:pt x="313354" y="0"/>
                </a:moveTo>
                <a:lnTo>
                  <a:pt x="777461" y="0"/>
                </a:lnTo>
                <a:lnTo>
                  <a:pt x="774743" y="21485"/>
                </a:lnTo>
                <a:lnTo>
                  <a:pt x="777461" y="0"/>
                </a:lnTo>
                <a:lnTo>
                  <a:pt x="4543952" y="1"/>
                </a:lnTo>
                <a:lnTo>
                  <a:pt x="4543952" y="6858000"/>
                </a:lnTo>
                <a:lnTo>
                  <a:pt x="284400" y="6858000"/>
                </a:lnTo>
                <a:lnTo>
                  <a:pt x="112147" y="6858000"/>
                </a:lnTo>
                <a:lnTo>
                  <a:pt x="102447" y="6815515"/>
                </a:lnTo>
                <a:cubicBezTo>
                  <a:pt x="96923" y="6793034"/>
                  <a:pt x="87016" y="6771318"/>
                  <a:pt x="83396" y="6748457"/>
                </a:cubicBezTo>
                <a:cubicBezTo>
                  <a:pt x="74824" y="6694163"/>
                  <a:pt x="68728" y="6639487"/>
                  <a:pt x="61870" y="6584811"/>
                </a:cubicBezTo>
                <a:cubicBezTo>
                  <a:pt x="54821" y="6528423"/>
                  <a:pt x="47391" y="6472224"/>
                  <a:pt x="41105" y="6415832"/>
                </a:cubicBezTo>
                <a:cubicBezTo>
                  <a:pt x="37865" y="6384971"/>
                  <a:pt x="37295" y="6353918"/>
                  <a:pt x="34247" y="6323057"/>
                </a:cubicBezTo>
                <a:cubicBezTo>
                  <a:pt x="31579" y="6296004"/>
                  <a:pt x="26626" y="6269143"/>
                  <a:pt x="23386" y="6242092"/>
                </a:cubicBezTo>
                <a:cubicBezTo>
                  <a:pt x="20720" y="6218659"/>
                  <a:pt x="19196" y="6195036"/>
                  <a:pt x="16528" y="6171604"/>
                </a:cubicBezTo>
                <a:cubicBezTo>
                  <a:pt x="12148" y="6134074"/>
                  <a:pt x="7194" y="6096735"/>
                  <a:pt x="2622" y="6059396"/>
                </a:cubicBezTo>
                <a:lnTo>
                  <a:pt x="0" y="6041768"/>
                </a:lnTo>
                <a:lnTo>
                  <a:pt x="0" y="6000936"/>
                </a:lnTo>
                <a:lnTo>
                  <a:pt x="3670" y="5957594"/>
                </a:lnTo>
                <a:lnTo>
                  <a:pt x="0" y="5912510"/>
                </a:lnTo>
                <a:lnTo>
                  <a:pt x="0" y="5886400"/>
                </a:lnTo>
                <a:lnTo>
                  <a:pt x="1098" y="5864317"/>
                </a:lnTo>
                <a:cubicBezTo>
                  <a:pt x="7576" y="5839360"/>
                  <a:pt x="16720" y="5815168"/>
                  <a:pt x="24720" y="5790591"/>
                </a:cubicBezTo>
                <a:cubicBezTo>
                  <a:pt x="25672" y="5787923"/>
                  <a:pt x="25864" y="5784685"/>
                  <a:pt x="26434" y="5781829"/>
                </a:cubicBezTo>
                <a:cubicBezTo>
                  <a:pt x="29675" y="5765634"/>
                  <a:pt x="32913" y="5749633"/>
                  <a:pt x="35771" y="5733439"/>
                </a:cubicBezTo>
                <a:cubicBezTo>
                  <a:pt x="37295" y="5724677"/>
                  <a:pt x="37485" y="5715722"/>
                  <a:pt x="38819" y="5706958"/>
                </a:cubicBezTo>
                <a:cubicBezTo>
                  <a:pt x="44153" y="5673049"/>
                  <a:pt x="35199" y="5635710"/>
                  <a:pt x="58250" y="5606371"/>
                </a:cubicBezTo>
                <a:cubicBezTo>
                  <a:pt x="73110" y="5587320"/>
                  <a:pt x="69680" y="5568841"/>
                  <a:pt x="67394" y="5548459"/>
                </a:cubicBezTo>
                <a:cubicBezTo>
                  <a:pt x="65680" y="5533026"/>
                  <a:pt x="66252" y="5517214"/>
                  <a:pt x="66060" y="5501593"/>
                </a:cubicBezTo>
                <a:cubicBezTo>
                  <a:pt x="65490" y="5474160"/>
                  <a:pt x="65298" y="5446727"/>
                  <a:pt x="64346" y="5419294"/>
                </a:cubicBezTo>
                <a:cubicBezTo>
                  <a:pt x="63966" y="5410530"/>
                  <a:pt x="59202" y="5401578"/>
                  <a:pt x="59964" y="5393004"/>
                </a:cubicBezTo>
                <a:cubicBezTo>
                  <a:pt x="63584" y="5353378"/>
                  <a:pt x="69300" y="5313753"/>
                  <a:pt x="72538" y="5274128"/>
                </a:cubicBezTo>
                <a:cubicBezTo>
                  <a:pt x="74442" y="5251649"/>
                  <a:pt x="70824" y="5228596"/>
                  <a:pt x="73490" y="5206307"/>
                </a:cubicBezTo>
                <a:cubicBezTo>
                  <a:pt x="76538" y="5180590"/>
                  <a:pt x="84348" y="5155444"/>
                  <a:pt x="89113" y="5129915"/>
                </a:cubicBezTo>
                <a:cubicBezTo>
                  <a:pt x="90445" y="5122866"/>
                  <a:pt x="88731" y="5115056"/>
                  <a:pt x="88351" y="5107626"/>
                </a:cubicBezTo>
                <a:cubicBezTo>
                  <a:pt x="87968" y="5099244"/>
                  <a:pt x="87206" y="5091051"/>
                  <a:pt x="87016" y="5082669"/>
                </a:cubicBezTo>
                <a:cubicBezTo>
                  <a:pt x="86634" y="5057140"/>
                  <a:pt x="87206" y="5031613"/>
                  <a:pt x="85872" y="5006085"/>
                </a:cubicBezTo>
                <a:cubicBezTo>
                  <a:pt x="85110" y="4990464"/>
                  <a:pt x="77300" y="4974081"/>
                  <a:pt x="80158" y="4959601"/>
                </a:cubicBezTo>
                <a:cubicBezTo>
                  <a:pt x="85682" y="4930074"/>
                  <a:pt x="73300" y="4900545"/>
                  <a:pt x="83586" y="4871018"/>
                </a:cubicBezTo>
                <a:cubicBezTo>
                  <a:pt x="86634" y="4861872"/>
                  <a:pt x="79014" y="4849299"/>
                  <a:pt x="78634" y="4838249"/>
                </a:cubicBezTo>
                <a:cubicBezTo>
                  <a:pt x="77682" y="4810626"/>
                  <a:pt x="77872" y="4783003"/>
                  <a:pt x="78062" y="4755380"/>
                </a:cubicBezTo>
                <a:cubicBezTo>
                  <a:pt x="78252" y="4730613"/>
                  <a:pt x="75586" y="4704894"/>
                  <a:pt x="80920" y="4681082"/>
                </a:cubicBezTo>
                <a:cubicBezTo>
                  <a:pt x="86634" y="4656125"/>
                  <a:pt x="85872" y="4633646"/>
                  <a:pt x="79396" y="4609451"/>
                </a:cubicBezTo>
                <a:cubicBezTo>
                  <a:pt x="75014" y="4592877"/>
                  <a:pt x="74442" y="4575350"/>
                  <a:pt x="73110" y="4558206"/>
                </a:cubicBezTo>
                <a:cubicBezTo>
                  <a:pt x="71586" y="4539727"/>
                  <a:pt x="75586" y="4519342"/>
                  <a:pt x="69300" y="4502578"/>
                </a:cubicBezTo>
                <a:cubicBezTo>
                  <a:pt x="50629" y="4452664"/>
                  <a:pt x="46629" y="4401418"/>
                  <a:pt x="46629" y="4349221"/>
                </a:cubicBezTo>
                <a:cubicBezTo>
                  <a:pt x="46629" y="4339694"/>
                  <a:pt x="49295" y="4329978"/>
                  <a:pt x="52153" y="4320836"/>
                </a:cubicBezTo>
                <a:cubicBezTo>
                  <a:pt x="69300" y="4267492"/>
                  <a:pt x="67776" y="4213960"/>
                  <a:pt x="57297" y="4159666"/>
                </a:cubicBezTo>
                <a:cubicBezTo>
                  <a:pt x="55011" y="4148426"/>
                  <a:pt x="54629" y="4135853"/>
                  <a:pt x="56915" y="4124613"/>
                </a:cubicBezTo>
                <a:cubicBezTo>
                  <a:pt x="63584" y="4092988"/>
                  <a:pt x="74634" y="4062317"/>
                  <a:pt x="79396" y="4030502"/>
                </a:cubicBezTo>
                <a:cubicBezTo>
                  <a:pt x="87206" y="3977924"/>
                  <a:pt x="60918" y="3932393"/>
                  <a:pt x="43771" y="3885337"/>
                </a:cubicBezTo>
                <a:cubicBezTo>
                  <a:pt x="31627" y="3851760"/>
                  <a:pt x="8016" y="3821934"/>
                  <a:pt x="426" y="3786776"/>
                </a:cubicBezTo>
                <a:lnTo>
                  <a:pt x="0" y="3773896"/>
                </a:lnTo>
                <a:lnTo>
                  <a:pt x="0" y="3393881"/>
                </a:lnTo>
                <a:lnTo>
                  <a:pt x="11838" y="3359515"/>
                </a:lnTo>
                <a:cubicBezTo>
                  <a:pt x="14434" y="3346204"/>
                  <a:pt x="14910" y="3332773"/>
                  <a:pt x="12910" y="3318770"/>
                </a:cubicBezTo>
                <a:cubicBezTo>
                  <a:pt x="12243" y="3314103"/>
                  <a:pt x="9909" y="3308769"/>
                  <a:pt x="6718" y="3304078"/>
                </a:cubicBezTo>
                <a:lnTo>
                  <a:pt x="0" y="3297656"/>
                </a:lnTo>
                <a:lnTo>
                  <a:pt x="0" y="3207866"/>
                </a:lnTo>
                <a:lnTo>
                  <a:pt x="15553" y="3186770"/>
                </a:lnTo>
                <a:cubicBezTo>
                  <a:pt x="28483" y="3162328"/>
                  <a:pt x="30484" y="3134646"/>
                  <a:pt x="36341" y="3107499"/>
                </a:cubicBezTo>
                <a:cubicBezTo>
                  <a:pt x="41105" y="3085402"/>
                  <a:pt x="41295" y="3064826"/>
                  <a:pt x="38057" y="3042727"/>
                </a:cubicBezTo>
                <a:cubicBezTo>
                  <a:pt x="30817" y="2994721"/>
                  <a:pt x="41105" y="2948046"/>
                  <a:pt x="54249" y="2901942"/>
                </a:cubicBezTo>
                <a:cubicBezTo>
                  <a:pt x="63012" y="2871461"/>
                  <a:pt x="68346" y="2840218"/>
                  <a:pt x="77300" y="2809929"/>
                </a:cubicBezTo>
                <a:cubicBezTo>
                  <a:pt x="84158" y="2787258"/>
                  <a:pt x="92351" y="2764589"/>
                  <a:pt x="103399" y="2743825"/>
                </a:cubicBezTo>
                <a:cubicBezTo>
                  <a:pt x="119594" y="2713722"/>
                  <a:pt x="143978" y="2687435"/>
                  <a:pt x="137500" y="2649142"/>
                </a:cubicBezTo>
                <a:cubicBezTo>
                  <a:pt x="131786" y="2615420"/>
                  <a:pt x="143786" y="2584941"/>
                  <a:pt x="155217" y="2554078"/>
                </a:cubicBezTo>
                <a:cubicBezTo>
                  <a:pt x="163599" y="2531408"/>
                  <a:pt x="172173" y="2508741"/>
                  <a:pt x="177507" y="2485306"/>
                </a:cubicBezTo>
                <a:cubicBezTo>
                  <a:pt x="183794" y="2457491"/>
                  <a:pt x="181126" y="2426058"/>
                  <a:pt x="192748" y="2401291"/>
                </a:cubicBezTo>
                <a:cubicBezTo>
                  <a:pt x="204940" y="2375382"/>
                  <a:pt x="196748" y="2353858"/>
                  <a:pt x="193318" y="2330805"/>
                </a:cubicBezTo>
                <a:cubicBezTo>
                  <a:pt x="187984" y="2294038"/>
                  <a:pt x="178077" y="2257458"/>
                  <a:pt x="190652" y="2220311"/>
                </a:cubicBezTo>
                <a:cubicBezTo>
                  <a:pt x="205892" y="2175162"/>
                  <a:pt x="222275" y="2130392"/>
                  <a:pt x="236753" y="2085053"/>
                </a:cubicBezTo>
                <a:cubicBezTo>
                  <a:pt x="242280" y="2067524"/>
                  <a:pt x="244566" y="2048667"/>
                  <a:pt x="247042" y="2030377"/>
                </a:cubicBezTo>
                <a:cubicBezTo>
                  <a:pt x="249138" y="2013042"/>
                  <a:pt x="243804" y="1992278"/>
                  <a:pt x="251804" y="1978939"/>
                </a:cubicBezTo>
                <a:cubicBezTo>
                  <a:pt x="272379" y="1944648"/>
                  <a:pt x="282475" y="1909407"/>
                  <a:pt x="282475" y="1869779"/>
                </a:cubicBezTo>
                <a:cubicBezTo>
                  <a:pt x="282475" y="1854919"/>
                  <a:pt x="291049" y="1840440"/>
                  <a:pt x="292573" y="1825392"/>
                </a:cubicBezTo>
                <a:cubicBezTo>
                  <a:pt x="294477" y="1804815"/>
                  <a:pt x="299622" y="1781193"/>
                  <a:pt x="292381" y="1763286"/>
                </a:cubicBezTo>
                <a:cubicBezTo>
                  <a:pt x="275237" y="1721184"/>
                  <a:pt x="289525" y="1687085"/>
                  <a:pt x="306480" y="1650316"/>
                </a:cubicBezTo>
                <a:cubicBezTo>
                  <a:pt x="323244" y="1614119"/>
                  <a:pt x="336579" y="1576018"/>
                  <a:pt x="347629" y="1537536"/>
                </a:cubicBezTo>
                <a:cubicBezTo>
                  <a:pt x="351629" y="1523058"/>
                  <a:pt x="344961" y="1505723"/>
                  <a:pt x="343629" y="1489719"/>
                </a:cubicBezTo>
                <a:cubicBezTo>
                  <a:pt x="343247" y="1484003"/>
                  <a:pt x="342675" y="1477716"/>
                  <a:pt x="344581" y="1472574"/>
                </a:cubicBezTo>
                <a:cubicBezTo>
                  <a:pt x="362870" y="1422853"/>
                  <a:pt x="376776" y="1372367"/>
                  <a:pt x="367252" y="1318455"/>
                </a:cubicBezTo>
                <a:cubicBezTo>
                  <a:pt x="366298" y="1313503"/>
                  <a:pt x="368394" y="1307977"/>
                  <a:pt x="369728" y="1303023"/>
                </a:cubicBezTo>
                <a:cubicBezTo>
                  <a:pt x="376586" y="1278828"/>
                  <a:pt x="387444" y="1255205"/>
                  <a:pt x="389921" y="1230632"/>
                </a:cubicBezTo>
                <a:cubicBezTo>
                  <a:pt x="396017" y="1170050"/>
                  <a:pt x="398495" y="1109090"/>
                  <a:pt x="402495" y="1048124"/>
                </a:cubicBezTo>
                <a:cubicBezTo>
                  <a:pt x="402685" y="1044314"/>
                  <a:pt x="402685" y="1040314"/>
                  <a:pt x="404019" y="1036886"/>
                </a:cubicBezTo>
                <a:cubicBezTo>
                  <a:pt x="412211" y="1014405"/>
                  <a:pt x="409543" y="994784"/>
                  <a:pt x="393923" y="975732"/>
                </a:cubicBezTo>
                <a:cubicBezTo>
                  <a:pt x="387064" y="967349"/>
                  <a:pt x="383444" y="955919"/>
                  <a:pt x="379634" y="945443"/>
                </a:cubicBezTo>
                <a:cubicBezTo>
                  <a:pt x="373918" y="930010"/>
                  <a:pt x="368394" y="914199"/>
                  <a:pt x="364774" y="898197"/>
                </a:cubicBezTo>
                <a:cubicBezTo>
                  <a:pt x="361346" y="882383"/>
                  <a:pt x="356583" y="865429"/>
                  <a:pt x="359250" y="850188"/>
                </a:cubicBezTo>
                <a:cubicBezTo>
                  <a:pt x="364012" y="822755"/>
                  <a:pt x="374680" y="796654"/>
                  <a:pt x="381730" y="769604"/>
                </a:cubicBezTo>
                <a:cubicBezTo>
                  <a:pt x="384206" y="760269"/>
                  <a:pt x="383824" y="749981"/>
                  <a:pt x="384016" y="740267"/>
                </a:cubicBezTo>
                <a:cubicBezTo>
                  <a:pt x="384586" y="717976"/>
                  <a:pt x="379062" y="695115"/>
                  <a:pt x="394875" y="674922"/>
                </a:cubicBezTo>
                <a:cubicBezTo>
                  <a:pt x="409733" y="656254"/>
                  <a:pt x="405353" y="637391"/>
                  <a:pt x="394113" y="617771"/>
                </a:cubicBezTo>
                <a:cubicBezTo>
                  <a:pt x="386110" y="603672"/>
                  <a:pt x="379824" y="587671"/>
                  <a:pt x="376776" y="571859"/>
                </a:cubicBezTo>
                <a:cubicBezTo>
                  <a:pt x="372586" y="550140"/>
                  <a:pt x="370870" y="528614"/>
                  <a:pt x="373348" y="505181"/>
                </a:cubicBezTo>
                <a:cubicBezTo>
                  <a:pt x="375062" y="488606"/>
                  <a:pt x="375824" y="475080"/>
                  <a:pt x="385920" y="462125"/>
                </a:cubicBezTo>
                <a:cubicBezTo>
                  <a:pt x="387444" y="460031"/>
                  <a:pt x="387826" y="456221"/>
                  <a:pt x="387634" y="453363"/>
                </a:cubicBezTo>
                <a:cubicBezTo>
                  <a:pt x="384396" y="415834"/>
                  <a:pt x="386110" y="378685"/>
                  <a:pt x="388399" y="340773"/>
                </a:cubicBezTo>
                <a:cubicBezTo>
                  <a:pt x="391445" y="292578"/>
                  <a:pt x="382492" y="241900"/>
                  <a:pt x="350487" y="200181"/>
                </a:cubicBezTo>
                <a:cubicBezTo>
                  <a:pt x="345723" y="194084"/>
                  <a:pt x="343629" y="184940"/>
                  <a:pt x="342485" y="176938"/>
                </a:cubicBezTo>
                <a:cubicBezTo>
                  <a:pt x="337533" y="139218"/>
                  <a:pt x="334103" y="101307"/>
                  <a:pt x="328579" y="63586"/>
                </a:cubicBezTo>
                <a:cubicBezTo>
                  <a:pt x="325530" y="43011"/>
                  <a:pt x="322862" y="21485"/>
                  <a:pt x="314480" y="2816"/>
                </a:cubicBezTo>
                <a:close/>
              </a:path>
            </a:pathLst>
          </a:custGeom>
          <a:solidFill>
            <a:schemeClr val="bg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9F15C97-C578-44B1-A153-FAD831411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20000" y="-1"/>
            <a:ext cx="874716" cy="6858001"/>
            <a:chOff x="7620000" y="-1"/>
            <a:chExt cx="874716" cy="685800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345C5AB-3960-434D-B3C8-076945B2D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C422897-91F5-40F5-8DD7-5E4E8F500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62435202"/>
      </p:ext>
    </p:extLst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 dirty="0">
                <a:latin typeface="+mj-lt"/>
                <a:ea typeface="+mj-ea"/>
                <a:cs typeface="+mj-cs"/>
              </a:rPr>
              <a:t>Project Overview</a:t>
            </a:r>
            <a:endParaRPr lang="en-US" sz="4000" b="1" kern="1200" dirty="0">
              <a:latin typeface="+mj-lt"/>
              <a:cs typeface="Calibri Light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9175" y="1311088"/>
            <a:ext cx="5276850" cy="432726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This project was developed during our web designing training period.</a:t>
            </a:r>
          </a:p>
          <a:p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Our team focused on creating a responsive and user-friendly website using HTML, CSS, and JavaScript.</a:t>
            </a:r>
          </a:p>
        </p:txBody>
      </p:sp>
    </p:spTree>
    <p:extLst>
      <p:ext uri="{BB962C8B-B14F-4D97-AF65-F5344CB8AC3E}">
        <p14:creationId xmlns:p14="http://schemas.microsoft.com/office/powerpoint/2010/main" val="3440902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088" y="1641752"/>
            <a:ext cx="2655887" cy="32132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 dirty="0">
                <a:latin typeface="+mj-lt"/>
                <a:ea typeface="+mj-ea"/>
                <a:cs typeface="+mj-cs"/>
              </a:rPr>
              <a:t>Team Members &amp; Roles</a:t>
            </a:r>
            <a:endParaRPr lang="en-US" sz="4000" b="1" kern="1200" dirty="0">
              <a:latin typeface="+mj-lt"/>
              <a:cs typeface="Calibri Ligh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2401" y="1721579"/>
            <a:ext cx="6140449" cy="39526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Vishal Kumar (2237904)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Responsibilities: Managed the project lifecycle, led frontend development with HTML &amp; CSS.</a:t>
            </a:r>
            <a:endParaRPr lang="en-US" sz="2000" dirty="0">
              <a:solidFill>
                <a:srgbClr val="FFFFFF">
                  <a:alpha val="80000"/>
                </a:srgbClr>
              </a:solidFill>
              <a:cs typeface="Calibri"/>
            </a:endParaRPr>
          </a:p>
          <a:p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Ritik Manocha (2237888)</a:t>
            </a:r>
            <a:endParaRPr lang="en-US" sz="2000" b="1" dirty="0">
              <a:solidFill>
                <a:schemeClr val="tx1">
                  <a:alpha val="80000"/>
                </a:schemeClr>
              </a:solidFill>
              <a:cs typeface="Calibri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Responsibilities: Conducted user research, designed wireframes, assisted frontend development.</a:t>
            </a:r>
            <a:endParaRPr lang="en-US" sz="2000" dirty="0">
              <a:solidFill>
                <a:schemeClr val="tx1">
                  <a:alpha val="80000"/>
                </a:schemeClr>
              </a:solidFill>
              <a:cs typeface="Calibri" panose="020F0502020204030204"/>
            </a:endParaRPr>
          </a:p>
          <a:p>
            <a:r>
              <a:rPr lang="en-US" sz="2000" b="1" dirty="0">
                <a:solidFill>
                  <a:schemeClr val="tx1">
                    <a:alpha val="80000"/>
                  </a:schemeClr>
                </a:solidFill>
              </a:rPr>
              <a:t>Vansh Narula (2237903)</a:t>
            </a:r>
            <a:endParaRPr lang="en-US" sz="2000" b="1" dirty="0">
              <a:solidFill>
                <a:schemeClr val="tx1">
                  <a:alpha val="80000"/>
                </a:schemeClr>
              </a:solidFill>
              <a:cs typeface="Calibri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alpha val="80000"/>
                  </a:schemeClr>
                </a:solidFill>
              </a:rPr>
              <a:t>Responsibilities: Developed interactive features, integrated APIs, tested and optimized performance.</a:t>
            </a:r>
            <a:endParaRPr lang="en-US" sz="2000">
              <a:solidFill>
                <a:schemeClr val="tx1">
                  <a:alpha val="80000"/>
                </a:schemeClr>
              </a:solidFill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71483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31293F9B-599E-4871-A414-757225FA34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21752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65739"/>
            <a:ext cx="10515600" cy="1124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Key Features of the Project</a:t>
            </a:r>
            <a:endParaRPr lang="en-US" b="1" kern="1200" dirty="0">
              <a:solidFill>
                <a:schemeClr val="bg1"/>
              </a:solidFill>
              <a:latin typeface="+mj-lt"/>
              <a:cs typeface="Calibri Light"/>
            </a:endParaRPr>
          </a:p>
        </p:txBody>
      </p:sp>
      <p:grpSp>
        <p:nvGrpSpPr>
          <p:cNvPr id="34" name="Graphic 190">
            <a:extLst>
              <a:ext uri="{FF2B5EF4-FFF2-40B4-BE49-F238E27FC236}">
                <a16:creationId xmlns:a16="http://schemas.microsoft.com/office/drawing/2014/main" id="{53883AA7-7F86-41F8-A1D8-06E9886E7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136528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C80ACB6-0FE0-4F10-998D-2E8D463750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C2903D5-FF18-4A00-8E9F-9335FCF1E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1A8B53C-ED2D-4081-AC0C-F87A9D4B3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10480" y="681042"/>
            <a:ext cx="1562428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2C7D52B-9C2A-4BDB-89DC-A89BDB9F8C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4B951A6-4FAF-4CBA-B55F-3AAD55758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C4DABFE-3395-46F4-95C0-CA58332AAF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82225D9-CC2C-4D45-B90F-5EC7DD265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DC31B28-21ED-494B-BA30-31CD8F9CD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BD8A01F-C2B9-47B6-977F-15E31A8C1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D562CCF-082E-4E33-BC25-3C2F3CB26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91A36DF-6DC9-4C5F-A16E-BC6DC84292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DEF31D0-A584-489A-B972-966367742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706B7B1-0776-4349-9782-39E4AD4ED0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ECC02B0-321C-499C-AB67-2DE74D4DE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5B3F392-AC23-49B8-A36A-D93B0BD76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A72EA58-66EE-4BA2-923C-2B66CFC42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5B03D9B4-EE93-2F32-6954-5CD7981B47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3518153"/>
              </p:ext>
            </p:extLst>
          </p:nvPr>
        </p:nvGraphicFramePr>
        <p:xfrm>
          <a:off x="567950" y="2639965"/>
          <a:ext cx="10995518" cy="35369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42022467"/>
      </p:ext>
    </p:extLst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188" y="507238"/>
            <a:ext cx="3865212" cy="384589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Project Visuals</a:t>
            </a:r>
            <a:endParaRPr lang="en-US" sz="5400" b="1" kern="1200" dirty="0">
              <a:solidFill>
                <a:schemeClr val="bg1"/>
              </a:solidFill>
              <a:latin typeface="+mj-lt"/>
              <a:cs typeface="Calibri Light"/>
            </a:endParaRPr>
          </a:p>
        </p:txBody>
      </p:sp>
      <p:grpSp>
        <p:nvGrpSpPr>
          <p:cNvPr id="82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06892" y="1852902"/>
            <a:ext cx="1716356" cy="570346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76" t="6803" r="11061" b="-271"/>
          <a:stretch/>
        </p:blipFill>
        <p:spPr>
          <a:xfrm>
            <a:off x="8150296" y="0"/>
            <a:ext cx="3652797" cy="3389564"/>
          </a:xfrm>
          <a:custGeom>
            <a:avLst/>
            <a:gdLst/>
            <a:ahLst/>
            <a:cxnLst/>
            <a:rect l="l" t="t" r="r" b="b"/>
            <a:pathLst>
              <a:path w="2588520" h="2588520">
                <a:moveTo>
                  <a:pt x="1294260" y="0"/>
                </a:moveTo>
                <a:cubicBezTo>
                  <a:pt x="2009060" y="0"/>
                  <a:pt x="2588520" y="579460"/>
                  <a:pt x="2588520" y="1294260"/>
                </a:cubicBezTo>
                <a:cubicBezTo>
                  <a:pt x="2588520" y="2009060"/>
                  <a:pt x="2009060" y="2588520"/>
                  <a:pt x="1294260" y="2588520"/>
                </a:cubicBezTo>
                <a:cubicBezTo>
                  <a:pt x="579460" y="2588520"/>
                  <a:pt x="0" y="2009060"/>
                  <a:pt x="0" y="1294260"/>
                </a:cubicBezTo>
                <a:cubicBezTo>
                  <a:pt x="0" y="579460"/>
                  <a:pt x="579460" y="0"/>
                  <a:pt x="1294260" y="0"/>
                </a:cubicBezTo>
                <a:close/>
              </a:path>
            </a:pathLst>
          </a:custGeom>
        </p:spPr>
      </p:pic>
      <p:sp>
        <p:nvSpPr>
          <p:cNvPr id="8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79511" y="151388"/>
            <a:ext cx="443964" cy="4439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88" name="Graphic 212">
            <a:extLst>
              <a:ext uri="{FF2B5EF4-FFF2-40B4-BE49-F238E27FC236}">
                <a16:creationId xmlns:a16="http://schemas.microsoft.com/office/drawing/2014/main" id="{F778F7C6-A4AB-4CBC-8CC6-19DF9EE963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79511" y="151388"/>
            <a:ext cx="443964" cy="4439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76508" y="4985759"/>
            <a:ext cx="491345" cy="3192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/>
            <a:r>
              <a:rPr lang="en-US" sz="1700">
                <a:cs typeface="Calibri"/>
              </a:rPr>
              <a:t>k</a:t>
            </a:r>
            <a:endParaRPr lang="en-US" sz="17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973" r="9777"/>
          <a:stretch/>
        </p:blipFill>
        <p:spPr>
          <a:xfrm>
            <a:off x="2976308" y="1021131"/>
            <a:ext cx="6447636" cy="6406996"/>
          </a:xfrm>
          <a:custGeom>
            <a:avLst/>
            <a:gdLst/>
            <a:ahLst/>
            <a:cxnLst/>
            <a:rect l="l" t="t" r="r" b="b"/>
            <a:pathLst>
              <a:path w="5290998" h="5290998">
                <a:moveTo>
                  <a:pt x="2645499" y="0"/>
                </a:moveTo>
                <a:cubicBezTo>
                  <a:pt x="4106568" y="0"/>
                  <a:pt x="5290998" y="1184430"/>
                  <a:pt x="5290998" y="2645499"/>
                </a:cubicBezTo>
                <a:cubicBezTo>
                  <a:pt x="5290998" y="4106568"/>
                  <a:pt x="4106568" y="5290998"/>
                  <a:pt x="2645499" y="5290998"/>
                </a:cubicBezTo>
                <a:cubicBezTo>
                  <a:pt x="1184430" y="5290998"/>
                  <a:pt x="0" y="4106568"/>
                  <a:pt x="0" y="2645499"/>
                </a:cubicBezTo>
                <a:cubicBezTo>
                  <a:pt x="0" y="1184430"/>
                  <a:pt x="1184430" y="0"/>
                  <a:pt x="2645499" y="0"/>
                </a:cubicBezTo>
                <a:close/>
              </a:path>
            </a:pathLst>
          </a:custGeom>
        </p:spPr>
      </p:pic>
      <p:grpSp>
        <p:nvGrpSpPr>
          <p:cNvPr id="90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65725" y="3995696"/>
            <a:ext cx="1998298" cy="1998316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345430433"/>
      </p:ext>
    </p:extLst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16" r="-1" b="9965"/>
          <a:stretch/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590" r="-1" b="5532"/>
          <a:stretch/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8360" y="1115219"/>
            <a:ext cx="2063432" cy="25196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Project Visuals</a:t>
            </a:r>
            <a:endParaRPr lang="en-US" sz="5000" b="1" kern="1200" dirty="0">
              <a:solidFill>
                <a:schemeClr val="bg1"/>
              </a:solidFill>
              <a:latin typeface="+mj-lt"/>
              <a:cs typeface="Calibri Light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54401" y="3432191"/>
            <a:ext cx="642072" cy="4905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/>
            <a:r>
              <a:rPr lang="en-US" dirty="0">
                <a:solidFill>
                  <a:schemeClr val="bg1"/>
                </a:solidFill>
                <a:cs typeface="Calibri"/>
              </a:rPr>
              <a:t>g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822303"/>
      </p:ext>
    </p:extLst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8663" y="1422400"/>
            <a:ext cx="450555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Project Visuals</a:t>
            </a:r>
            <a:endParaRPr lang="en-US" sz="5000" b="1" dirty="0">
              <a:solidFill>
                <a:schemeClr val="bg1"/>
              </a:solidFill>
              <a:cs typeface="Calibri Light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277405F-0B4F-4418-B773-1B3881412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30421" y="226893"/>
            <a:ext cx="5968658" cy="6085007"/>
          </a:xfrm>
          <a:custGeom>
            <a:avLst/>
            <a:gdLst>
              <a:gd name="connsiteX0" fmla="*/ 0 w 5968658"/>
              <a:gd name="connsiteY0" fmla="*/ 0 h 6085007"/>
              <a:gd name="connsiteX1" fmla="*/ 3557919 w 5968658"/>
              <a:gd name="connsiteY1" fmla="*/ 0 h 6085007"/>
              <a:gd name="connsiteX2" fmla="*/ 3557919 w 5968658"/>
              <a:gd name="connsiteY2" fmla="*/ 2195749 h 6085007"/>
              <a:gd name="connsiteX3" fmla="*/ 5968658 w 5968658"/>
              <a:gd name="connsiteY3" fmla="*/ 2195749 h 6085007"/>
              <a:gd name="connsiteX4" fmla="*/ 5968658 w 5968658"/>
              <a:gd name="connsiteY4" fmla="*/ 6085007 h 6085007"/>
              <a:gd name="connsiteX5" fmla="*/ 2058230 w 5968658"/>
              <a:gd name="connsiteY5" fmla="*/ 6085007 h 6085007"/>
              <a:gd name="connsiteX6" fmla="*/ 2058230 w 5968658"/>
              <a:gd name="connsiteY6" fmla="*/ 3538657 h 6085007"/>
              <a:gd name="connsiteX7" fmla="*/ 0 w 5968658"/>
              <a:gd name="connsiteY7" fmla="*/ 3538657 h 6085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68658" h="6085007">
                <a:moveTo>
                  <a:pt x="0" y="0"/>
                </a:moveTo>
                <a:lnTo>
                  <a:pt x="3557919" y="0"/>
                </a:lnTo>
                <a:lnTo>
                  <a:pt x="3557919" y="2195749"/>
                </a:lnTo>
                <a:lnTo>
                  <a:pt x="5968658" y="2195749"/>
                </a:lnTo>
                <a:lnTo>
                  <a:pt x="5968658" y="6085007"/>
                </a:lnTo>
                <a:lnTo>
                  <a:pt x="2058230" y="6085007"/>
                </a:lnTo>
                <a:lnTo>
                  <a:pt x="2058230" y="3538657"/>
                </a:lnTo>
                <a:lnTo>
                  <a:pt x="0" y="3538657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656"/>
          <a:stretch/>
        </p:blipFill>
        <p:spPr>
          <a:xfrm>
            <a:off x="5767165" y="3271627"/>
            <a:ext cx="6425641" cy="34612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656"/>
          <a:stretch/>
        </p:blipFill>
        <p:spPr>
          <a:xfrm>
            <a:off x="5766553" y="-2221"/>
            <a:ext cx="6428295" cy="3438084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56386" y="4568800"/>
            <a:ext cx="702944" cy="1239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solidFill>
                  <a:schemeClr val="bg1">
                    <a:alpha val="80000"/>
                  </a:schemeClr>
                </a:solidFill>
                <a:cs typeface="Calibri"/>
              </a:rPr>
              <a:t>n</a:t>
            </a:r>
            <a:endParaRPr lang="en-US" sz="2400">
              <a:solidFill>
                <a:schemeClr val="bg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576935"/>
      </p:ext>
    </p:extLst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8446B12-7391-4711-8B31-112A0B896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4428000"/>
            <a:ext cx="6143626" cy="1400400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r>
              <a:rPr lang="en-US" sz="56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Project Visuals</a:t>
            </a:r>
            <a:endParaRPr lang="en-US" sz="5600" b="1" kern="1200" dirty="0">
              <a:solidFill>
                <a:schemeClr val="bg1"/>
              </a:solidFill>
              <a:latin typeface="+mj-lt"/>
              <a:cs typeface="Calibri Ligh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713" b="1"/>
          <a:stretch/>
        </p:blipFill>
        <p:spPr>
          <a:xfrm>
            <a:off x="6" y="-1"/>
            <a:ext cx="6000749" cy="3911828"/>
          </a:xfrm>
          <a:custGeom>
            <a:avLst/>
            <a:gdLst/>
            <a:ahLst/>
            <a:cxnLst/>
            <a:rect l="l" t="t" r="r" b="b"/>
            <a:pathLst>
              <a:path w="6000749" h="3911828">
                <a:moveTo>
                  <a:pt x="0" y="0"/>
                </a:moveTo>
                <a:lnTo>
                  <a:pt x="6000749" y="0"/>
                </a:lnTo>
                <a:lnTo>
                  <a:pt x="6000749" y="3767827"/>
                </a:lnTo>
                <a:lnTo>
                  <a:pt x="5572124" y="3740378"/>
                </a:lnTo>
                <a:lnTo>
                  <a:pt x="0" y="3911828"/>
                </a:lnTo>
                <a:close/>
              </a:path>
            </a:pathLst>
          </a:cu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" r="15334" b="2"/>
          <a:stretch/>
        </p:blipFill>
        <p:spPr>
          <a:xfrm>
            <a:off x="6191245" y="-1"/>
            <a:ext cx="6000750" cy="3988028"/>
          </a:xfrm>
          <a:custGeom>
            <a:avLst/>
            <a:gdLst/>
            <a:ahLst/>
            <a:cxnLst/>
            <a:rect l="l" t="t" r="r" b="b"/>
            <a:pathLst>
              <a:path w="6000750" h="3988028">
                <a:moveTo>
                  <a:pt x="0" y="0"/>
                </a:moveTo>
                <a:lnTo>
                  <a:pt x="6000750" y="0"/>
                </a:lnTo>
                <a:lnTo>
                  <a:pt x="6000750" y="797153"/>
                </a:lnTo>
                <a:lnTo>
                  <a:pt x="6000750" y="2634343"/>
                </a:lnTo>
                <a:lnTo>
                  <a:pt x="6000750" y="3911828"/>
                </a:lnTo>
                <a:lnTo>
                  <a:pt x="3248025" y="3988028"/>
                </a:lnTo>
                <a:lnTo>
                  <a:pt x="0" y="3780026"/>
                </a:lnTo>
                <a:close/>
              </a:path>
            </a:pathLst>
          </a:cu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AC0B7807-0C83-4963-821A-69B172722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B027EC7-3252-48A2-A7A4-1741F72E47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EBC51E4-7477-4290-BBD0-18AD942C3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4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flipH="1">
            <a:off x="16162655" y="1145124"/>
            <a:ext cx="128906" cy="164240"/>
          </a:xfrm>
        </p:spPr>
        <p:txBody>
          <a:bodyPr vert="horz" lIns="91440" tIns="45720" rIns="91440" bIns="45720" rtlCol="0">
            <a:normAutofit fontScale="25000" lnSpcReduction="20000"/>
          </a:bodyPr>
          <a:lstStyle/>
          <a:p>
            <a:pPr marL="0"/>
            <a:endParaRPr lang="en-US" sz="2400">
              <a:solidFill>
                <a:schemeClr val="bg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128507"/>
      </p:ext>
    </p:extLst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EF463D-EE6B-46FF-B7C7-74B09A96C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1A27B3A-460C-4100-99B5-817F25979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089" y="1498602"/>
            <a:ext cx="4403345" cy="3940174"/>
            <a:chOff x="827089" y="1498602"/>
            <a:chExt cx="4403345" cy="3940174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5450488-7F33-43E4-B4DA-CAB50A1CC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tx1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E5154B2-BEF9-4C08-B6B1-9DED9F17C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7089" y="1498602"/>
              <a:ext cx="4403345" cy="3940174"/>
            </a:xfrm>
            <a:custGeom>
              <a:avLst/>
              <a:gdLst>
                <a:gd name="connsiteX0" fmla="*/ 0 w 5260975"/>
                <a:gd name="connsiteY0" fmla="*/ 0 h 4707593"/>
                <a:gd name="connsiteX1" fmla="*/ 5260975 w 5260975"/>
                <a:gd name="connsiteY1" fmla="*/ 0 h 4707593"/>
                <a:gd name="connsiteX2" fmla="*/ 5260975 w 5260975"/>
                <a:gd name="connsiteY2" fmla="*/ 3296937 h 4707593"/>
                <a:gd name="connsiteX3" fmla="*/ 5260975 w 5260975"/>
                <a:gd name="connsiteY3" fmla="*/ 3518571 h 4707593"/>
                <a:gd name="connsiteX4" fmla="*/ 5226504 w 5260975"/>
                <a:gd name="connsiteY4" fmla="*/ 3534000 h 4707593"/>
                <a:gd name="connsiteX5" fmla="*/ 5206341 w 5260975"/>
                <a:gd name="connsiteY5" fmla="*/ 3542065 h 4707593"/>
                <a:gd name="connsiteX6" fmla="*/ 5123287 w 5260975"/>
                <a:gd name="connsiteY6" fmla="*/ 3594010 h 4707593"/>
                <a:gd name="connsiteX7" fmla="*/ 5048107 w 5260975"/>
                <a:gd name="connsiteY7" fmla="*/ 3658244 h 4707593"/>
                <a:gd name="connsiteX8" fmla="*/ 4992899 w 5260975"/>
                <a:gd name="connsiteY8" fmla="*/ 3734479 h 4707593"/>
                <a:gd name="connsiteX9" fmla="*/ 4977440 w 5260975"/>
                <a:gd name="connsiteY9" fmla="*/ 3752627 h 4707593"/>
                <a:gd name="connsiteX10" fmla="*/ 4935194 w 5260975"/>
                <a:gd name="connsiteY10" fmla="*/ 3775382 h 4707593"/>
                <a:gd name="connsiteX11" fmla="*/ 4897844 w 5260975"/>
                <a:gd name="connsiteY11" fmla="*/ 3792472 h 4707593"/>
                <a:gd name="connsiteX12" fmla="*/ 4870767 w 5260975"/>
                <a:gd name="connsiteY12" fmla="*/ 3811388 h 4707593"/>
                <a:gd name="connsiteX13" fmla="*/ 4847917 w 5260975"/>
                <a:gd name="connsiteY13" fmla="*/ 3828767 h 4707593"/>
                <a:gd name="connsiteX14" fmla="*/ 4796163 w 5260975"/>
                <a:gd name="connsiteY14" fmla="*/ 3873702 h 4707593"/>
                <a:gd name="connsiteX15" fmla="*/ 4738843 w 5260975"/>
                <a:gd name="connsiteY15" fmla="*/ 3911628 h 4707593"/>
                <a:gd name="connsiteX16" fmla="*/ 4692755 w 5260975"/>
                <a:gd name="connsiteY16" fmla="*/ 3958099 h 4707593"/>
                <a:gd name="connsiteX17" fmla="*/ 4673744 w 5260975"/>
                <a:gd name="connsiteY17" fmla="*/ 3983255 h 4707593"/>
                <a:gd name="connsiteX18" fmla="*/ 4633801 w 5260975"/>
                <a:gd name="connsiteY18" fmla="*/ 4000442 h 4707593"/>
                <a:gd name="connsiteX19" fmla="*/ 4590499 w 5260975"/>
                <a:gd name="connsiteY19" fmla="*/ 4027326 h 4707593"/>
                <a:gd name="connsiteX20" fmla="*/ 4559773 w 5260975"/>
                <a:gd name="connsiteY20" fmla="*/ 4054018 h 4707593"/>
                <a:gd name="connsiteX21" fmla="*/ 4536059 w 5260975"/>
                <a:gd name="connsiteY21" fmla="*/ 4071877 h 4707593"/>
                <a:gd name="connsiteX22" fmla="*/ 4502550 w 5260975"/>
                <a:gd name="connsiteY22" fmla="*/ 4089832 h 4707593"/>
                <a:gd name="connsiteX23" fmla="*/ 4468944 w 5260975"/>
                <a:gd name="connsiteY23" fmla="*/ 4113356 h 4707593"/>
                <a:gd name="connsiteX24" fmla="*/ 4452623 w 5260975"/>
                <a:gd name="connsiteY24" fmla="*/ 4127854 h 4707593"/>
                <a:gd name="connsiteX25" fmla="*/ 4421032 w 5260975"/>
                <a:gd name="connsiteY25" fmla="*/ 4151953 h 4707593"/>
                <a:gd name="connsiteX26" fmla="*/ 4388483 w 5260975"/>
                <a:gd name="connsiteY26" fmla="*/ 4174421 h 4707593"/>
                <a:gd name="connsiteX27" fmla="*/ 4327321 w 5260975"/>
                <a:gd name="connsiteY27" fmla="*/ 4200153 h 4707593"/>
                <a:gd name="connsiteX28" fmla="*/ 4271633 w 5260975"/>
                <a:gd name="connsiteY28" fmla="*/ 4237983 h 4707593"/>
                <a:gd name="connsiteX29" fmla="*/ 4227465 w 5260975"/>
                <a:gd name="connsiteY29" fmla="*/ 4265635 h 4707593"/>
                <a:gd name="connsiteX30" fmla="*/ 4201733 w 5260975"/>
                <a:gd name="connsiteY30" fmla="*/ 4283783 h 4707593"/>
                <a:gd name="connsiteX31" fmla="*/ 4154494 w 5260975"/>
                <a:gd name="connsiteY31" fmla="*/ 4324301 h 4707593"/>
                <a:gd name="connsiteX32" fmla="*/ 4081234 w 5260975"/>
                <a:gd name="connsiteY32" fmla="*/ 4366931 h 4707593"/>
                <a:gd name="connsiteX33" fmla="*/ 4036971 w 5260975"/>
                <a:gd name="connsiteY33" fmla="*/ 4389975 h 4707593"/>
                <a:gd name="connsiteX34" fmla="*/ 3941725 w 5260975"/>
                <a:gd name="connsiteY34" fmla="*/ 4424733 h 4707593"/>
                <a:gd name="connsiteX35" fmla="*/ 3910999 w 5260975"/>
                <a:gd name="connsiteY35" fmla="*/ 4437119 h 4707593"/>
                <a:gd name="connsiteX36" fmla="*/ 3875859 w 5260975"/>
                <a:gd name="connsiteY36" fmla="*/ 4445280 h 4707593"/>
                <a:gd name="connsiteX37" fmla="*/ 3819401 w 5260975"/>
                <a:gd name="connsiteY37" fmla="*/ 4464579 h 4707593"/>
                <a:gd name="connsiteX38" fmla="*/ 3709176 w 5260975"/>
                <a:gd name="connsiteY38" fmla="*/ 4497800 h 4707593"/>
                <a:gd name="connsiteX39" fmla="*/ 3684981 w 5260975"/>
                <a:gd name="connsiteY39" fmla="*/ 4502889 h 4707593"/>
                <a:gd name="connsiteX40" fmla="*/ 3623338 w 5260975"/>
                <a:gd name="connsiteY40" fmla="*/ 4524300 h 4707593"/>
                <a:gd name="connsiteX41" fmla="*/ 3586373 w 5260975"/>
                <a:gd name="connsiteY41" fmla="*/ 4538702 h 4707593"/>
                <a:gd name="connsiteX42" fmla="*/ 3555743 w 5260975"/>
                <a:gd name="connsiteY42" fmla="*/ 4546960 h 4707593"/>
                <a:gd name="connsiteX43" fmla="*/ 3528667 w 5260975"/>
                <a:gd name="connsiteY43" fmla="*/ 4550801 h 4707593"/>
                <a:gd name="connsiteX44" fmla="*/ 3457424 w 5260975"/>
                <a:gd name="connsiteY44" fmla="*/ 4569811 h 4707593"/>
                <a:gd name="connsiteX45" fmla="*/ 3429003 w 5260975"/>
                <a:gd name="connsiteY45" fmla="*/ 4577301 h 4707593"/>
                <a:gd name="connsiteX46" fmla="*/ 3355264 w 5260975"/>
                <a:gd name="connsiteY46" fmla="*/ 4603033 h 4707593"/>
                <a:gd name="connsiteX47" fmla="*/ 3292757 w 5260975"/>
                <a:gd name="connsiteY47" fmla="*/ 4620027 h 4707593"/>
                <a:gd name="connsiteX48" fmla="*/ 3266643 w 5260975"/>
                <a:gd name="connsiteY48" fmla="*/ 4628188 h 4707593"/>
                <a:gd name="connsiteX49" fmla="*/ 3206921 w 5260975"/>
                <a:gd name="connsiteY49" fmla="*/ 4641823 h 4707593"/>
                <a:gd name="connsiteX50" fmla="*/ 3173123 w 5260975"/>
                <a:gd name="connsiteY50" fmla="*/ 4651425 h 4707593"/>
                <a:gd name="connsiteX51" fmla="*/ 3090646 w 5260975"/>
                <a:gd name="connsiteY51" fmla="*/ 4662274 h 4707593"/>
                <a:gd name="connsiteX52" fmla="*/ 3005480 w 5260975"/>
                <a:gd name="connsiteY52" fmla="*/ 4672739 h 4707593"/>
                <a:gd name="connsiteX53" fmla="*/ 2958721 w 5260975"/>
                <a:gd name="connsiteY53" fmla="*/ 4676196 h 4707593"/>
                <a:gd name="connsiteX54" fmla="*/ 2917915 w 5260975"/>
                <a:gd name="connsiteY54" fmla="*/ 4681670 h 4707593"/>
                <a:gd name="connsiteX55" fmla="*/ 2882389 w 5260975"/>
                <a:gd name="connsiteY55" fmla="*/ 4685126 h 4707593"/>
                <a:gd name="connsiteX56" fmla="*/ 2825837 w 5260975"/>
                <a:gd name="connsiteY56" fmla="*/ 4692135 h 4707593"/>
                <a:gd name="connsiteX57" fmla="*/ 2802313 w 5260975"/>
                <a:gd name="connsiteY57" fmla="*/ 4693960 h 4707593"/>
                <a:gd name="connsiteX58" fmla="*/ 2746816 w 5260975"/>
                <a:gd name="connsiteY58" fmla="*/ 4693863 h 4707593"/>
                <a:gd name="connsiteX59" fmla="*/ 2727517 w 5260975"/>
                <a:gd name="connsiteY59" fmla="*/ 4692903 h 4707593"/>
                <a:gd name="connsiteX60" fmla="*/ 2690359 w 5260975"/>
                <a:gd name="connsiteY60" fmla="*/ 4680997 h 4707593"/>
                <a:gd name="connsiteX61" fmla="*/ 2685943 w 5260975"/>
                <a:gd name="connsiteY61" fmla="*/ 4680133 h 4707593"/>
                <a:gd name="connsiteX62" fmla="*/ 2661554 w 5260975"/>
                <a:gd name="connsiteY62" fmla="*/ 4675428 h 4707593"/>
                <a:gd name="connsiteX63" fmla="*/ 2648208 w 5260975"/>
                <a:gd name="connsiteY63" fmla="*/ 4673892 h 4707593"/>
                <a:gd name="connsiteX64" fmla="*/ 2597512 w 5260975"/>
                <a:gd name="connsiteY64" fmla="*/ 4664099 h 4707593"/>
                <a:gd name="connsiteX65" fmla="*/ 2568324 w 5260975"/>
                <a:gd name="connsiteY65" fmla="*/ 4659490 h 4707593"/>
                <a:gd name="connsiteX66" fmla="*/ 2544704 w 5260975"/>
                <a:gd name="connsiteY66" fmla="*/ 4660162 h 4707593"/>
                <a:gd name="connsiteX67" fmla="*/ 2503225 w 5260975"/>
                <a:gd name="connsiteY67" fmla="*/ 4661026 h 4707593"/>
                <a:gd name="connsiteX68" fmla="*/ 2489975 w 5260975"/>
                <a:gd name="connsiteY68" fmla="*/ 4663235 h 4707593"/>
                <a:gd name="connsiteX69" fmla="*/ 2430061 w 5260975"/>
                <a:gd name="connsiteY69" fmla="*/ 4656897 h 4707593"/>
                <a:gd name="connsiteX70" fmla="*/ 2395880 w 5260975"/>
                <a:gd name="connsiteY70" fmla="*/ 4656417 h 4707593"/>
                <a:gd name="connsiteX71" fmla="*/ 2357378 w 5260975"/>
                <a:gd name="connsiteY71" fmla="*/ 4648544 h 4707593"/>
                <a:gd name="connsiteX72" fmla="*/ 2346145 w 5260975"/>
                <a:gd name="connsiteY72" fmla="*/ 4648928 h 4707593"/>
                <a:gd name="connsiteX73" fmla="*/ 2333567 w 5260975"/>
                <a:gd name="connsiteY73" fmla="*/ 4649600 h 4707593"/>
                <a:gd name="connsiteX74" fmla="*/ 2294968 w 5260975"/>
                <a:gd name="connsiteY74" fmla="*/ 4650177 h 4707593"/>
                <a:gd name="connsiteX75" fmla="*/ 2271540 w 5260975"/>
                <a:gd name="connsiteY75" fmla="*/ 4653057 h 4707593"/>
                <a:gd name="connsiteX76" fmla="*/ 2226895 w 5260975"/>
                <a:gd name="connsiteY76" fmla="*/ 4651329 h 4707593"/>
                <a:gd name="connsiteX77" fmla="*/ 2210379 w 5260975"/>
                <a:gd name="connsiteY77" fmla="*/ 4653825 h 4707593"/>
                <a:gd name="connsiteX78" fmla="*/ 2168613 w 5260975"/>
                <a:gd name="connsiteY78" fmla="*/ 4654113 h 4707593"/>
                <a:gd name="connsiteX79" fmla="*/ 2131167 w 5260975"/>
                <a:gd name="connsiteY79" fmla="*/ 4652673 h 4707593"/>
                <a:gd name="connsiteX80" fmla="*/ 2095065 w 5260975"/>
                <a:gd name="connsiteY80" fmla="*/ 4653441 h 4707593"/>
                <a:gd name="connsiteX81" fmla="*/ 2069237 w 5260975"/>
                <a:gd name="connsiteY81" fmla="*/ 4656609 h 4707593"/>
                <a:gd name="connsiteX82" fmla="*/ 2041201 w 5260975"/>
                <a:gd name="connsiteY82" fmla="*/ 4658529 h 4707593"/>
                <a:gd name="connsiteX83" fmla="*/ 1963909 w 5260975"/>
                <a:gd name="connsiteY83" fmla="*/ 4669955 h 4707593"/>
                <a:gd name="connsiteX84" fmla="*/ 1949603 w 5260975"/>
                <a:gd name="connsiteY84" fmla="*/ 4667171 h 4707593"/>
                <a:gd name="connsiteX85" fmla="*/ 1868373 w 5260975"/>
                <a:gd name="connsiteY85" fmla="*/ 4664578 h 4707593"/>
                <a:gd name="connsiteX86" fmla="*/ 1850707 w 5260975"/>
                <a:gd name="connsiteY86" fmla="*/ 4664771 h 4707593"/>
                <a:gd name="connsiteX87" fmla="*/ 1803275 w 5260975"/>
                <a:gd name="connsiteY87" fmla="*/ 4653441 h 4707593"/>
                <a:gd name="connsiteX88" fmla="*/ 1730112 w 5260975"/>
                <a:gd name="connsiteY88" fmla="*/ 4671396 h 4707593"/>
                <a:gd name="connsiteX89" fmla="*/ 1661652 w 5260975"/>
                <a:gd name="connsiteY89" fmla="*/ 4693863 h 4707593"/>
                <a:gd name="connsiteX90" fmla="*/ 1653011 w 5260975"/>
                <a:gd name="connsiteY90" fmla="*/ 4696744 h 4707593"/>
                <a:gd name="connsiteX91" fmla="*/ 1628431 w 5260975"/>
                <a:gd name="connsiteY91" fmla="*/ 4701641 h 4707593"/>
                <a:gd name="connsiteX92" fmla="*/ 1597995 w 5260975"/>
                <a:gd name="connsiteY92" fmla="*/ 4703369 h 4707593"/>
                <a:gd name="connsiteX93" fmla="*/ 1559396 w 5260975"/>
                <a:gd name="connsiteY93" fmla="*/ 4707593 h 4707593"/>
                <a:gd name="connsiteX94" fmla="*/ 1528480 w 5260975"/>
                <a:gd name="connsiteY94" fmla="*/ 4702312 h 4707593"/>
                <a:gd name="connsiteX95" fmla="*/ 1485272 w 5260975"/>
                <a:gd name="connsiteY95" fmla="*/ 4694439 h 4707593"/>
                <a:gd name="connsiteX96" fmla="*/ 1444562 w 5260975"/>
                <a:gd name="connsiteY96" fmla="*/ 4686950 h 4707593"/>
                <a:gd name="connsiteX97" fmla="*/ 1431696 w 5260975"/>
                <a:gd name="connsiteY97" fmla="*/ 4695783 h 4707593"/>
                <a:gd name="connsiteX98" fmla="*/ 1411821 w 5260975"/>
                <a:gd name="connsiteY98" fmla="*/ 4703464 h 4707593"/>
                <a:gd name="connsiteX99" fmla="*/ 1389738 w 5260975"/>
                <a:gd name="connsiteY99" fmla="*/ 4694247 h 4707593"/>
                <a:gd name="connsiteX100" fmla="*/ 1338081 w 5260975"/>
                <a:gd name="connsiteY100" fmla="*/ 4675141 h 4707593"/>
                <a:gd name="connsiteX101" fmla="*/ 1305436 w 5260975"/>
                <a:gd name="connsiteY101" fmla="*/ 4674276 h 4707593"/>
                <a:gd name="connsiteX102" fmla="*/ 1234481 w 5260975"/>
                <a:gd name="connsiteY102" fmla="*/ 4666115 h 4707593"/>
                <a:gd name="connsiteX103" fmla="*/ 1188106 w 5260975"/>
                <a:gd name="connsiteY103" fmla="*/ 4654497 h 4707593"/>
                <a:gd name="connsiteX104" fmla="*/ 1154790 w 5260975"/>
                <a:gd name="connsiteY104" fmla="*/ 4641343 h 4707593"/>
                <a:gd name="connsiteX105" fmla="*/ 1107069 w 5260975"/>
                <a:gd name="connsiteY105" fmla="*/ 4624156 h 4707593"/>
                <a:gd name="connsiteX106" fmla="*/ 1059158 w 5260975"/>
                <a:gd name="connsiteY106" fmla="*/ 4615227 h 4707593"/>
                <a:gd name="connsiteX107" fmla="*/ 1024496 w 5260975"/>
                <a:gd name="connsiteY107" fmla="*/ 4603993 h 4707593"/>
                <a:gd name="connsiteX108" fmla="*/ 982153 w 5260975"/>
                <a:gd name="connsiteY108" fmla="*/ 4596311 h 4707593"/>
                <a:gd name="connsiteX109" fmla="*/ 946628 w 5260975"/>
                <a:gd name="connsiteY109" fmla="*/ 4596024 h 4707593"/>
                <a:gd name="connsiteX110" fmla="*/ 890939 w 5260975"/>
                <a:gd name="connsiteY110" fmla="*/ 4597368 h 4707593"/>
                <a:gd name="connsiteX111" fmla="*/ 822769 w 5260975"/>
                <a:gd name="connsiteY111" fmla="*/ 4574133 h 4707593"/>
                <a:gd name="connsiteX112" fmla="*/ 795212 w 5260975"/>
                <a:gd name="connsiteY112" fmla="*/ 4568947 h 4707593"/>
                <a:gd name="connsiteX113" fmla="*/ 769288 w 5260975"/>
                <a:gd name="connsiteY113" fmla="*/ 4566547 h 4707593"/>
                <a:gd name="connsiteX114" fmla="*/ 714271 w 5260975"/>
                <a:gd name="connsiteY114" fmla="*/ 4551089 h 4707593"/>
                <a:gd name="connsiteX115" fmla="*/ 691900 w 5260975"/>
                <a:gd name="connsiteY115" fmla="*/ 4545999 h 4707593"/>
                <a:gd name="connsiteX116" fmla="*/ 660598 w 5260975"/>
                <a:gd name="connsiteY116" fmla="*/ 4546096 h 4707593"/>
                <a:gd name="connsiteX117" fmla="*/ 603662 w 5260975"/>
                <a:gd name="connsiteY117" fmla="*/ 4538991 h 4707593"/>
                <a:gd name="connsiteX118" fmla="*/ 546821 w 5260975"/>
                <a:gd name="connsiteY118" fmla="*/ 4518251 h 4707593"/>
                <a:gd name="connsiteX119" fmla="*/ 522721 w 5260975"/>
                <a:gd name="connsiteY119" fmla="*/ 4520267 h 4707593"/>
                <a:gd name="connsiteX120" fmla="*/ 514080 w 5260975"/>
                <a:gd name="connsiteY120" fmla="*/ 4519788 h 4707593"/>
                <a:gd name="connsiteX121" fmla="*/ 436404 w 5260975"/>
                <a:gd name="connsiteY121" fmla="*/ 4508361 h 4707593"/>
                <a:gd name="connsiteX122" fmla="*/ 428626 w 5260975"/>
                <a:gd name="connsiteY122" fmla="*/ 4507114 h 4707593"/>
                <a:gd name="connsiteX123" fmla="*/ 392141 w 5260975"/>
                <a:gd name="connsiteY123" fmla="*/ 4496936 h 4707593"/>
                <a:gd name="connsiteX124" fmla="*/ 300157 w 5260975"/>
                <a:gd name="connsiteY124" fmla="*/ 4490599 h 4707593"/>
                <a:gd name="connsiteX125" fmla="*/ 294493 w 5260975"/>
                <a:gd name="connsiteY125" fmla="*/ 4489831 h 4707593"/>
                <a:gd name="connsiteX126" fmla="*/ 263671 w 5260975"/>
                <a:gd name="connsiteY126" fmla="*/ 4494919 h 4707593"/>
                <a:gd name="connsiteX127" fmla="*/ 248406 w 5260975"/>
                <a:gd name="connsiteY127" fmla="*/ 4502121 h 4707593"/>
                <a:gd name="connsiteX128" fmla="*/ 224594 w 5260975"/>
                <a:gd name="connsiteY128" fmla="*/ 4509610 h 4707593"/>
                <a:gd name="connsiteX129" fmla="*/ 200398 w 5260975"/>
                <a:gd name="connsiteY129" fmla="*/ 4512395 h 4707593"/>
                <a:gd name="connsiteX130" fmla="*/ 159783 w 5260975"/>
                <a:gd name="connsiteY130" fmla="*/ 4501064 h 4707593"/>
                <a:gd name="connsiteX131" fmla="*/ 144997 w 5260975"/>
                <a:gd name="connsiteY131" fmla="*/ 4499912 h 4707593"/>
                <a:gd name="connsiteX132" fmla="*/ 112064 w 5260975"/>
                <a:gd name="connsiteY132" fmla="*/ 4494440 h 4707593"/>
                <a:gd name="connsiteX133" fmla="*/ 83259 w 5260975"/>
                <a:gd name="connsiteY133" fmla="*/ 4494824 h 4707593"/>
                <a:gd name="connsiteX134" fmla="*/ 60120 w 5260975"/>
                <a:gd name="connsiteY134" fmla="*/ 4503561 h 4707593"/>
                <a:gd name="connsiteX135" fmla="*/ 26514 w 5260975"/>
                <a:gd name="connsiteY135" fmla="*/ 4505289 h 4707593"/>
                <a:gd name="connsiteX136" fmla="*/ 4814 w 5260975"/>
                <a:gd name="connsiteY136" fmla="*/ 4498952 h 4707593"/>
                <a:gd name="connsiteX137" fmla="*/ 398 w 5260975"/>
                <a:gd name="connsiteY137" fmla="*/ 4498089 h 4707593"/>
                <a:gd name="connsiteX138" fmla="*/ 0 w 5260975"/>
                <a:gd name="connsiteY138" fmla="*/ 4498087 h 47075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5260975" h="4707593">
                  <a:moveTo>
                    <a:pt x="0" y="0"/>
                  </a:moveTo>
                  <a:lnTo>
                    <a:pt x="5260975" y="0"/>
                  </a:lnTo>
                  <a:lnTo>
                    <a:pt x="5260975" y="3296937"/>
                  </a:lnTo>
                  <a:lnTo>
                    <a:pt x="5260975" y="3518571"/>
                  </a:lnTo>
                  <a:lnTo>
                    <a:pt x="5226504" y="3534000"/>
                  </a:lnTo>
                  <a:cubicBezTo>
                    <a:pt x="5219783" y="3536785"/>
                    <a:pt x="5212389" y="3538321"/>
                    <a:pt x="5206341" y="3542065"/>
                  </a:cubicBezTo>
                  <a:cubicBezTo>
                    <a:pt x="5178495" y="3559156"/>
                    <a:pt x="5151515" y="3577591"/>
                    <a:pt x="5123287" y="3594010"/>
                  </a:cubicBezTo>
                  <a:cubicBezTo>
                    <a:pt x="5094195" y="3611004"/>
                    <a:pt x="5068175" y="3631071"/>
                    <a:pt x="5048107" y="3658244"/>
                  </a:cubicBezTo>
                  <a:cubicBezTo>
                    <a:pt x="5029480" y="3683496"/>
                    <a:pt x="5011429" y="3709131"/>
                    <a:pt x="4992899" y="3734479"/>
                  </a:cubicBezTo>
                  <a:cubicBezTo>
                    <a:pt x="4988194" y="3740912"/>
                    <a:pt x="4983874" y="3748498"/>
                    <a:pt x="4977440" y="3752627"/>
                  </a:cubicBezTo>
                  <a:cubicBezTo>
                    <a:pt x="4964094" y="3761268"/>
                    <a:pt x="4949500" y="3768277"/>
                    <a:pt x="4935194" y="3775382"/>
                  </a:cubicBezTo>
                  <a:cubicBezTo>
                    <a:pt x="4922903" y="3781431"/>
                    <a:pt x="4909846" y="3785943"/>
                    <a:pt x="4897844" y="3792472"/>
                  </a:cubicBezTo>
                  <a:cubicBezTo>
                    <a:pt x="4888243" y="3797658"/>
                    <a:pt x="4879697" y="3804859"/>
                    <a:pt x="4870767" y="3811388"/>
                  </a:cubicBezTo>
                  <a:cubicBezTo>
                    <a:pt x="4862990" y="3817052"/>
                    <a:pt x="4854445" y="3821949"/>
                    <a:pt x="4847917" y="3828767"/>
                  </a:cubicBezTo>
                  <a:cubicBezTo>
                    <a:pt x="4831977" y="3845281"/>
                    <a:pt x="4815942" y="3861508"/>
                    <a:pt x="4796163" y="3873702"/>
                  </a:cubicBezTo>
                  <a:cubicBezTo>
                    <a:pt x="4776672" y="3885799"/>
                    <a:pt x="4758237" y="3899338"/>
                    <a:pt x="4738843" y="3911628"/>
                  </a:cubicBezTo>
                  <a:cubicBezTo>
                    <a:pt x="4719831" y="3923630"/>
                    <a:pt x="4702645" y="3936783"/>
                    <a:pt x="4692755" y="3958099"/>
                  </a:cubicBezTo>
                  <a:cubicBezTo>
                    <a:pt x="4688339" y="3967508"/>
                    <a:pt x="4682097" y="3977782"/>
                    <a:pt x="4673744" y="3983255"/>
                  </a:cubicBezTo>
                  <a:cubicBezTo>
                    <a:pt x="4661838" y="3991032"/>
                    <a:pt x="4646764" y="3993817"/>
                    <a:pt x="4633801" y="4000442"/>
                  </a:cubicBezTo>
                  <a:cubicBezTo>
                    <a:pt x="4618535" y="4008219"/>
                    <a:pt x="4600869" y="4014940"/>
                    <a:pt x="4590499" y="4027326"/>
                  </a:cubicBezTo>
                  <a:cubicBezTo>
                    <a:pt x="4581281" y="4038368"/>
                    <a:pt x="4571968" y="4047009"/>
                    <a:pt x="4559773" y="4054018"/>
                  </a:cubicBezTo>
                  <a:cubicBezTo>
                    <a:pt x="4551229" y="4058915"/>
                    <a:pt x="4544892" y="4067844"/>
                    <a:pt x="4536059" y="4071877"/>
                  </a:cubicBezTo>
                  <a:cubicBezTo>
                    <a:pt x="4524442" y="4077254"/>
                    <a:pt x="4512727" y="4081479"/>
                    <a:pt x="4502550" y="4089832"/>
                  </a:cubicBezTo>
                  <a:cubicBezTo>
                    <a:pt x="4491987" y="4098473"/>
                    <a:pt x="4479986" y="4105290"/>
                    <a:pt x="4468944" y="4113356"/>
                  </a:cubicBezTo>
                  <a:cubicBezTo>
                    <a:pt x="4463087" y="4117676"/>
                    <a:pt x="4458286" y="4123341"/>
                    <a:pt x="4452623" y="4127854"/>
                  </a:cubicBezTo>
                  <a:cubicBezTo>
                    <a:pt x="4442252" y="4136111"/>
                    <a:pt x="4431690" y="4144176"/>
                    <a:pt x="4421032" y="4151953"/>
                  </a:cubicBezTo>
                  <a:cubicBezTo>
                    <a:pt x="4410375" y="4159731"/>
                    <a:pt x="4400197" y="4168756"/>
                    <a:pt x="4388483" y="4174421"/>
                  </a:cubicBezTo>
                  <a:cubicBezTo>
                    <a:pt x="4368513" y="4184023"/>
                    <a:pt x="4346717" y="4189784"/>
                    <a:pt x="4327321" y="4200153"/>
                  </a:cubicBezTo>
                  <a:cubicBezTo>
                    <a:pt x="4307639" y="4210714"/>
                    <a:pt x="4289107" y="4223965"/>
                    <a:pt x="4271633" y="4237983"/>
                  </a:cubicBezTo>
                  <a:cubicBezTo>
                    <a:pt x="4257807" y="4249025"/>
                    <a:pt x="4244845" y="4259971"/>
                    <a:pt x="4227465" y="4265635"/>
                  </a:cubicBezTo>
                  <a:cubicBezTo>
                    <a:pt x="4217768" y="4268804"/>
                    <a:pt x="4207591" y="4275717"/>
                    <a:pt x="4201733" y="4283783"/>
                  </a:cubicBezTo>
                  <a:cubicBezTo>
                    <a:pt x="4189059" y="4301353"/>
                    <a:pt x="4172833" y="4313739"/>
                    <a:pt x="4154494" y="4324301"/>
                  </a:cubicBezTo>
                  <a:cubicBezTo>
                    <a:pt x="4130010" y="4338511"/>
                    <a:pt x="4105814" y="4353009"/>
                    <a:pt x="4081234" y="4366931"/>
                  </a:cubicBezTo>
                  <a:cubicBezTo>
                    <a:pt x="4066737" y="4375189"/>
                    <a:pt x="4052335" y="4383926"/>
                    <a:pt x="4036971" y="4389975"/>
                  </a:cubicBezTo>
                  <a:cubicBezTo>
                    <a:pt x="4005575" y="4402457"/>
                    <a:pt x="3973410" y="4413114"/>
                    <a:pt x="3941725" y="4424733"/>
                  </a:cubicBezTo>
                  <a:cubicBezTo>
                    <a:pt x="3931355" y="4428477"/>
                    <a:pt x="3921561" y="4433854"/>
                    <a:pt x="3910999" y="4437119"/>
                  </a:cubicBezTo>
                  <a:cubicBezTo>
                    <a:pt x="3899573" y="4440671"/>
                    <a:pt x="3887285" y="4441727"/>
                    <a:pt x="3875859" y="4445280"/>
                  </a:cubicBezTo>
                  <a:cubicBezTo>
                    <a:pt x="3856847" y="4451136"/>
                    <a:pt x="3838412" y="4458626"/>
                    <a:pt x="3819401" y="4464579"/>
                  </a:cubicBezTo>
                  <a:cubicBezTo>
                    <a:pt x="3782723" y="4476005"/>
                    <a:pt x="3745949" y="4486951"/>
                    <a:pt x="3709176" y="4497800"/>
                  </a:cubicBezTo>
                  <a:cubicBezTo>
                    <a:pt x="3701303" y="4500105"/>
                    <a:pt x="3692757" y="4500393"/>
                    <a:pt x="3684981" y="4502889"/>
                  </a:cubicBezTo>
                  <a:cubicBezTo>
                    <a:pt x="3664337" y="4509610"/>
                    <a:pt x="3643789" y="4516907"/>
                    <a:pt x="3623338" y="4524300"/>
                  </a:cubicBezTo>
                  <a:cubicBezTo>
                    <a:pt x="3610953" y="4528813"/>
                    <a:pt x="3598854" y="4534382"/>
                    <a:pt x="3586373" y="4538702"/>
                  </a:cubicBezTo>
                  <a:cubicBezTo>
                    <a:pt x="3576387" y="4542159"/>
                    <a:pt x="3566113" y="4544847"/>
                    <a:pt x="3555743" y="4546960"/>
                  </a:cubicBezTo>
                  <a:cubicBezTo>
                    <a:pt x="3546814" y="4548785"/>
                    <a:pt x="3537501" y="4548592"/>
                    <a:pt x="3528667" y="4550801"/>
                  </a:cubicBezTo>
                  <a:cubicBezTo>
                    <a:pt x="3504759" y="4556753"/>
                    <a:pt x="3481140" y="4563475"/>
                    <a:pt x="3457424" y="4569811"/>
                  </a:cubicBezTo>
                  <a:cubicBezTo>
                    <a:pt x="3447919" y="4572308"/>
                    <a:pt x="3438221" y="4574133"/>
                    <a:pt x="3429003" y="4577301"/>
                  </a:cubicBezTo>
                  <a:cubicBezTo>
                    <a:pt x="3404327" y="4585654"/>
                    <a:pt x="3380036" y="4595159"/>
                    <a:pt x="3355264" y="4603033"/>
                  </a:cubicBezTo>
                  <a:cubicBezTo>
                    <a:pt x="3334717" y="4609562"/>
                    <a:pt x="3313593" y="4614266"/>
                    <a:pt x="3292757" y="4620027"/>
                  </a:cubicBezTo>
                  <a:cubicBezTo>
                    <a:pt x="3283924" y="4622524"/>
                    <a:pt x="3275475" y="4626077"/>
                    <a:pt x="3266643" y="4628188"/>
                  </a:cubicBezTo>
                  <a:cubicBezTo>
                    <a:pt x="3246863" y="4632990"/>
                    <a:pt x="3226796" y="4637022"/>
                    <a:pt x="3206921" y="4641823"/>
                  </a:cubicBezTo>
                  <a:cubicBezTo>
                    <a:pt x="3195590" y="4644607"/>
                    <a:pt x="3184645" y="4649600"/>
                    <a:pt x="3173123" y="4651425"/>
                  </a:cubicBezTo>
                  <a:cubicBezTo>
                    <a:pt x="3145759" y="4655745"/>
                    <a:pt x="3118203" y="4658817"/>
                    <a:pt x="3090646" y="4662274"/>
                  </a:cubicBezTo>
                  <a:cubicBezTo>
                    <a:pt x="3062227" y="4665826"/>
                    <a:pt x="3033902" y="4669571"/>
                    <a:pt x="3005480" y="4672739"/>
                  </a:cubicBezTo>
                  <a:cubicBezTo>
                    <a:pt x="2989926" y="4674372"/>
                    <a:pt x="2974275" y="4674660"/>
                    <a:pt x="2958721" y="4676196"/>
                  </a:cubicBezTo>
                  <a:cubicBezTo>
                    <a:pt x="2945087" y="4677541"/>
                    <a:pt x="2931549" y="4680037"/>
                    <a:pt x="2917915" y="4681670"/>
                  </a:cubicBezTo>
                  <a:cubicBezTo>
                    <a:pt x="2906105" y="4683013"/>
                    <a:pt x="2894199" y="4683781"/>
                    <a:pt x="2882389" y="4685126"/>
                  </a:cubicBezTo>
                  <a:cubicBezTo>
                    <a:pt x="2863475" y="4687334"/>
                    <a:pt x="2844655" y="4689831"/>
                    <a:pt x="2825837" y="4692135"/>
                  </a:cubicBezTo>
                  <a:cubicBezTo>
                    <a:pt x="2817964" y="4692999"/>
                    <a:pt x="2809706" y="4695399"/>
                    <a:pt x="2802313" y="4693960"/>
                  </a:cubicBezTo>
                  <a:cubicBezTo>
                    <a:pt x="2783686" y="4690310"/>
                    <a:pt x="2765347" y="4691367"/>
                    <a:pt x="2746816" y="4693863"/>
                  </a:cubicBezTo>
                  <a:cubicBezTo>
                    <a:pt x="2740479" y="4694728"/>
                    <a:pt x="2733662" y="4694535"/>
                    <a:pt x="2727517" y="4692903"/>
                  </a:cubicBezTo>
                  <a:cubicBezTo>
                    <a:pt x="2714939" y="4689638"/>
                    <a:pt x="2702745" y="4685029"/>
                    <a:pt x="2690359" y="4680997"/>
                  </a:cubicBezTo>
                  <a:cubicBezTo>
                    <a:pt x="2689014" y="4680517"/>
                    <a:pt x="2687382" y="4680421"/>
                    <a:pt x="2685943" y="4680133"/>
                  </a:cubicBezTo>
                  <a:cubicBezTo>
                    <a:pt x="2677781" y="4678500"/>
                    <a:pt x="2669717" y="4676868"/>
                    <a:pt x="2661554" y="4675428"/>
                  </a:cubicBezTo>
                  <a:cubicBezTo>
                    <a:pt x="2657138" y="4674660"/>
                    <a:pt x="2652625" y="4674564"/>
                    <a:pt x="2648208" y="4673892"/>
                  </a:cubicBezTo>
                  <a:cubicBezTo>
                    <a:pt x="2631118" y="4671203"/>
                    <a:pt x="2612299" y="4675716"/>
                    <a:pt x="2597512" y="4664099"/>
                  </a:cubicBezTo>
                  <a:cubicBezTo>
                    <a:pt x="2587911" y="4656609"/>
                    <a:pt x="2578597" y="4658338"/>
                    <a:pt x="2568324" y="4659490"/>
                  </a:cubicBezTo>
                  <a:cubicBezTo>
                    <a:pt x="2560547" y="4660354"/>
                    <a:pt x="2552577" y="4660065"/>
                    <a:pt x="2544704" y="4660162"/>
                  </a:cubicBezTo>
                  <a:cubicBezTo>
                    <a:pt x="2530878" y="4660449"/>
                    <a:pt x="2517052" y="4660546"/>
                    <a:pt x="2503225" y="4661026"/>
                  </a:cubicBezTo>
                  <a:cubicBezTo>
                    <a:pt x="2498808" y="4661218"/>
                    <a:pt x="2494297" y="4663619"/>
                    <a:pt x="2489975" y="4663235"/>
                  </a:cubicBezTo>
                  <a:cubicBezTo>
                    <a:pt x="2470004" y="4661410"/>
                    <a:pt x="2450033" y="4658529"/>
                    <a:pt x="2430061" y="4656897"/>
                  </a:cubicBezTo>
                  <a:cubicBezTo>
                    <a:pt x="2418732" y="4655938"/>
                    <a:pt x="2407114" y="4657761"/>
                    <a:pt x="2395880" y="4656417"/>
                  </a:cubicBezTo>
                  <a:cubicBezTo>
                    <a:pt x="2382919" y="4654881"/>
                    <a:pt x="2370245" y="4650945"/>
                    <a:pt x="2357378" y="4648544"/>
                  </a:cubicBezTo>
                  <a:cubicBezTo>
                    <a:pt x="2353826" y="4647872"/>
                    <a:pt x="2349889" y="4648736"/>
                    <a:pt x="2346145" y="4648928"/>
                  </a:cubicBezTo>
                  <a:cubicBezTo>
                    <a:pt x="2341920" y="4649120"/>
                    <a:pt x="2337791" y="4649504"/>
                    <a:pt x="2333567" y="4649600"/>
                  </a:cubicBezTo>
                  <a:cubicBezTo>
                    <a:pt x="2320700" y="4649793"/>
                    <a:pt x="2307835" y="4649504"/>
                    <a:pt x="2294968" y="4650177"/>
                  </a:cubicBezTo>
                  <a:cubicBezTo>
                    <a:pt x="2287095" y="4650561"/>
                    <a:pt x="2278839" y="4654497"/>
                    <a:pt x="2271540" y="4653057"/>
                  </a:cubicBezTo>
                  <a:cubicBezTo>
                    <a:pt x="2256659" y="4650272"/>
                    <a:pt x="2241776" y="4656513"/>
                    <a:pt x="2226895" y="4651329"/>
                  </a:cubicBezTo>
                  <a:cubicBezTo>
                    <a:pt x="2222285" y="4649793"/>
                    <a:pt x="2215948" y="4653633"/>
                    <a:pt x="2210379" y="4653825"/>
                  </a:cubicBezTo>
                  <a:cubicBezTo>
                    <a:pt x="2196457" y="4654305"/>
                    <a:pt x="2182535" y="4654209"/>
                    <a:pt x="2168613" y="4654113"/>
                  </a:cubicBezTo>
                  <a:cubicBezTo>
                    <a:pt x="2156131" y="4654017"/>
                    <a:pt x="2143168" y="4655361"/>
                    <a:pt x="2131167" y="4652673"/>
                  </a:cubicBezTo>
                  <a:cubicBezTo>
                    <a:pt x="2118588" y="4649793"/>
                    <a:pt x="2107259" y="4650177"/>
                    <a:pt x="2095065" y="4653441"/>
                  </a:cubicBezTo>
                  <a:cubicBezTo>
                    <a:pt x="2086711" y="4655649"/>
                    <a:pt x="2077878" y="4655938"/>
                    <a:pt x="2069237" y="4656609"/>
                  </a:cubicBezTo>
                  <a:cubicBezTo>
                    <a:pt x="2059924" y="4657377"/>
                    <a:pt x="2049650" y="4655361"/>
                    <a:pt x="2041201" y="4658529"/>
                  </a:cubicBezTo>
                  <a:cubicBezTo>
                    <a:pt x="2016044" y="4667939"/>
                    <a:pt x="1990216" y="4669955"/>
                    <a:pt x="1963909" y="4669955"/>
                  </a:cubicBezTo>
                  <a:cubicBezTo>
                    <a:pt x="1959107" y="4669955"/>
                    <a:pt x="1954210" y="4668612"/>
                    <a:pt x="1949603" y="4667171"/>
                  </a:cubicBezTo>
                  <a:cubicBezTo>
                    <a:pt x="1922717" y="4658529"/>
                    <a:pt x="1895737" y="4659297"/>
                    <a:pt x="1868373" y="4664578"/>
                  </a:cubicBezTo>
                  <a:cubicBezTo>
                    <a:pt x="1862708" y="4665731"/>
                    <a:pt x="1856372" y="4665923"/>
                    <a:pt x="1850707" y="4664771"/>
                  </a:cubicBezTo>
                  <a:cubicBezTo>
                    <a:pt x="1834768" y="4661410"/>
                    <a:pt x="1819309" y="4655841"/>
                    <a:pt x="1803275" y="4653441"/>
                  </a:cubicBezTo>
                  <a:cubicBezTo>
                    <a:pt x="1776775" y="4649504"/>
                    <a:pt x="1753828" y="4662754"/>
                    <a:pt x="1730112" y="4671396"/>
                  </a:cubicBezTo>
                  <a:cubicBezTo>
                    <a:pt x="1707548" y="4679557"/>
                    <a:pt x="1688345" y="4697992"/>
                    <a:pt x="1661652" y="4693863"/>
                  </a:cubicBezTo>
                  <a:cubicBezTo>
                    <a:pt x="1658965" y="4693479"/>
                    <a:pt x="1655988" y="4696071"/>
                    <a:pt x="1653011" y="4696744"/>
                  </a:cubicBezTo>
                  <a:cubicBezTo>
                    <a:pt x="1644850" y="4698568"/>
                    <a:pt x="1636689" y="4700776"/>
                    <a:pt x="1628431" y="4701641"/>
                  </a:cubicBezTo>
                  <a:cubicBezTo>
                    <a:pt x="1618350" y="4702793"/>
                    <a:pt x="1608076" y="4702409"/>
                    <a:pt x="1597995" y="4703369"/>
                  </a:cubicBezTo>
                  <a:cubicBezTo>
                    <a:pt x="1585032" y="4704521"/>
                    <a:pt x="1572263" y="4707593"/>
                    <a:pt x="1559396" y="4707593"/>
                  </a:cubicBezTo>
                  <a:cubicBezTo>
                    <a:pt x="1549026" y="4707593"/>
                    <a:pt x="1538753" y="4704041"/>
                    <a:pt x="1528480" y="4702312"/>
                  </a:cubicBezTo>
                  <a:cubicBezTo>
                    <a:pt x="1513981" y="4699912"/>
                    <a:pt x="1498042" y="4700584"/>
                    <a:pt x="1485272" y="4694439"/>
                  </a:cubicBezTo>
                  <a:cubicBezTo>
                    <a:pt x="1471639" y="4687910"/>
                    <a:pt x="1458676" y="4684934"/>
                    <a:pt x="1444562" y="4686950"/>
                  </a:cubicBezTo>
                  <a:cubicBezTo>
                    <a:pt x="1439857" y="4687622"/>
                    <a:pt x="1433808" y="4691655"/>
                    <a:pt x="1431696" y="4695783"/>
                  </a:cubicBezTo>
                  <a:cubicBezTo>
                    <a:pt x="1426991" y="4705001"/>
                    <a:pt x="1420559" y="4706634"/>
                    <a:pt x="1411821" y="4703464"/>
                  </a:cubicBezTo>
                  <a:cubicBezTo>
                    <a:pt x="1404236" y="4700776"/>
                    <a:pt x="1394922" y="4699432"/>
                    <a:pt x="1389738" y="4694247"/>
                  </a:cubicBezTo>
                  <a:cubicBezTo>
                    <a:pt x="1375047" y="4679557"/>
                    <a:pt x="1356324" y="4679077"/>
                    <a:pt x="1338081" y="4675141"/>
                  </a:cubicBezTo>
                  <a:cubicBezTo>
                    <a:pt x="1326945" y="4672739"/>
                    <a:pt x="1316574" y="4672644"/>
                    <a:pt x="1305436" y="4674276"/>
                  </a:cubicBezTo>
                  <a:cubicBezTo>
                    <a:pt x="1281241" y="4677925"/>
                    <a:pt x="1257717" y="4672739"/>
                    <a:pt x="1234481" y="4666115"/>
                  </a:cubicBezTo>
                  <a:cubicBezTo>
                    <a:pt x="1219118" y="4661698"/>
                    <a:pt x="1203372" y="4659010"/>
                    <a:pt x="1188106" y="4654497"/>
                  </a:cubicBezTo>
                  <a:cubicBezTo>
                    <a:pt x="1176680" y="4651041"/>
                    <a:pt x="1165255" y="4646912"/>
                    <a:pt x="1154790" y="4641343"/>
                  </a:cubicBezTo>
                  <a:cubicBezTo>
                    <a:pt x="1139618" y="4633181"/>
                    <a:pt x="1126369" y="4620891"/>
                    <a:pt x="1107069" y="4624156"/>
                  </a:cubicBezTo>
                  <a:cubicBezTo>
                    <a:pt x="1090074" y="4627036"/>
                    <a:pt x="1074713" y="4620988"/>
                    <a:pt x="1059158" y="4615227"/>
                  </a:cubicBezTo>
                  <a:cubicBezTo>
                    <a:pt x="1047732" y="4611002"/>
                    <a:pt x="1036308" y="4606681"/>
                    <a:pt x="1024496" y="4603993"/>
                  </a:cubicBezTo>
                  <a:cubicBezTo>
                    <a:pt x="1010478" y="4600824"/>
                    <a:pt x="994635" y="4602169"/>
                    <a:pt x="982153" y="4596311"/>
                  </a:cubicBezTo>
                  <a:cubicBezTo>
                    <a:pt x="969095" y="4590166"/>
                    <a:pt x="958246" y="4594295"/>
                    <a:pt x="946628" y="4596024"/>
                  </a:cubicBezTo>
                  <a:cubicBezTo>
                    <a:pt x="928097" y="4598712"/>
                    <a:pt x="909661" y="4603705"/>
                    <a:pt x="890939" y="4597368"/>
                  </a:cubicBezTo>
                  <a:cubicBezTo>
                    <a:pt x="868184" y="4589687"/>
                    <a:pt x="845620" y="4581430"/>
                    <a:pt x="822769" y="4574133"/>
                  </a:cubicBezTo>
                  <a:cubicBezTo>
                    <a:pt x="813934" y="4571347"/>
                    <a:pt x="804431" y="4570195"/>
                    <a:pt x="795212" y="4568947"/>
                  </a:cubicBezTo>
                  <a:cubicBezTo>
                    <a:pt x="786476" y="4567891"/>
                    <a:pt x="776010" y="4570579"/>
                    <a:pt x="769288" y="4566547"/>
                  </a:cubicBezTo>
                  <a:cubicBezTo>
                    <a:pt x="752005" y="4556178"/>
                    <a:pt x="734243" y="4551089"/>
                    <a:pt x="714271" y="4551089"/>
                  </a:cubicBezTo>
                  <a:cubicBezTo>
                    <a:pt x="706781" y="4551089"/>
                    <a:pt x="699484" y="4546768"/>
                    <a:pt x="691900" y="4545999"/>
                  </a:cubicBezTo>
                  <a:cubicBezTo>
                    <a:pt x="681529" y="4545040"/>
                    <a:pt x="669623" y="4542447"/>
                    <a:pt x="660598" y="4546096"/>
                  </a:cubicBezTo>
                  <a:cubicBezTo>
                    <a:pt x="639379" y="4554737"/>
                    <a:pt x="622193" y="4547536"/>
                    <a:pt x="603662" y="4538991"/>
                  </a:cubicBezTo>
                  <a:cubicBezTo>
                    <a:pt x="585418" y="4530541"/>
                    <a:pt x="566215" y="4523821"/>
                    <a:pt x="546821" y="4518251"/>
                  </a:cubicBezTo>
                  <a:cubicBezTo>
                    <a:pt x="539524" y="4516235"/>
                    <a:pt x="530787" y="4519596"/>
                    <a:pt x="522721" y="4520267"/>
                  </a:cubicBezTo>
                  <a:cubicBezTo>
                    <a:pt x="519840" y="4520460"/>
                    <a:pt x="516671" y="4520748"/>
                    <a:pt x="514080" y="4519788"/>
                  </a:cubicBezTo>
                  <a:cubicBezTo>
                    <a:pt x="489020" y="4510570"/>
                    <a:pt x="463575" y="4503561"/>
                    <a:pt x="436404" y="4508361"/>
                  </a:cubicBezTo>
                  <a:cubicBezTo>
                    <a:pt x="433908" y="4508842"/>
                    <a:pt x="431123" y="4507786"/>
                    <a:pt x="428626" y="4507114"/>
                  </a:cubicBezTo>
                  <a:cubicBezTo>
                    <a:pt x="416432" y="4503657"/>
                    <a:pt x="404526" y="4498184"/>
                    <a:pt x="392141" y="4496936"/>
                  </a:cubicBezTo>
                  <a:cubicBezTo>
                    <a:pt x="361608" y="4493864"/>
                    <a:pt x="330884" y="4492615"/>
                    <a:pt x="300157" y="4490599"/>
                  </a:cubicBezTo>
                  <a:cubicBezTo>
                    <a:pt x="298237" y="4490503"/>
                    <a:pt x="296221" y="4490503"/>
                    <a:pt x="294493" y="4489831"/>
                  </a:cubicBezTo>
                  <a:cubicBezTo>
                    <a:pt x="283163" y="4485702"/>
                    <a:pt x="273274" y="4487047"/>
                    <a:pt x="263671" y="4494919"/>
                  </a:cubicBezTo>
                  <a:cubicBezTo>
                    <a:pt x="259447" y="4498376"/>
                    <a:pt x="253686" y="4500200"/>
                    <a:pt x="248406" y="4502121"/>
                  </a:cubicBezTo>
                  <a:cubicBezTo>
                    <a:pt x="240628" y="4505002"/>
                    <a:pt x="232659" y="4507786"/>
                    <a:pt x="224594" y="4509610"/>
                  </a:cubicBezTo>
                  <a:cubicBezTo>
                    <a:pt x="216624" y="4511338"/>
                    <a:pt x="208079" y="4513738"/>
                    <a:pt x="200398" y="4512395"/>
                  </a:cubicBezTo>
                  <a:cubicBezTo>
                    <a:pt x="186572" y="4509994"/>
                    <a:pt x="173417" y="4504618"/>
                    <a:pt x="159783" y="4501064"/>
                  </a:cubicBezTo>
                  <a:cubicBezTo>
                    <a:pt x="155079" y="4499816"/>
                    <a:pt x="149893" y="4500009"/>
                    <a:pt x="144997" y="4499912"/>
                  </a:cubicBezTo>
                  <a:cubicBezTo>
                    <a:pt x="133763" y="4499625"/>
                    <a:pt x="122241" y="4502409"/>
                    <a:pt x="112064" y="4494440"/>
                  </a:cubicBezTo>
                  <a:cubicBezTo>
                    <a:pt x="102655" y="4486951"/>
                    <a:pt x="93148" y="4489158"/>
                    <a:pt x="83259" y="4494824"/>
                  </a:cubicBezTo>
                  <a:cubicBezTo>
                    <a:pt x="76154" y="4498857"/>
                    <a:pt x="68090" y="4502025"/>
                    <a:pt x="60120" y="4503561"/>
                  </a:cubicBezTo>
                  <a:cubicBezTo>
                    <a:pt x="49174" y="4505673"/>
                    <a:pt x="38324" y="4506538"/>
                    <a:pt x="26514" y="4505289"/>
                  </a:cubicBezTo>
                  <a:cubicBezTo>
                    <a:pt x="18161" y="4504425"/>
                    <a:pt x="11343" y="4504041"/>
                    <a:pt x="4814" y="4498952"/>
                  </a:cubicBezTo>
                  <a:cubicBezTo>
                    <a:pt x="3759" y="4498184"/>
                    <a:pt x="1839" y="4497992"/>
                    <a:pt x="398" y="4498089"/>
                  </a:cubicBezTo>
                  <a:lnTo>
                    <a:pt x="0" y="4498087"/>
                  </a:lnTo>
                  <a:close/>
                </a:path>
              </a:pathLst>
            </a:custGeom>
            <a:solidFill>
              <a:schemeClr val="bg1">
                <a:alpha val="86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>
                    <a:alpha val="14000"/>
                  </a:schemeClr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8127" y="2023558"/>
            <a:ext cx="3521265" cy="24912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 dirty="0">
                <a:latin typeface="+mj-lt"/>
                <a:ea typeface="+mj-ea"/>
                <a:cs typeface="+mj-cs"/>
              </a:rPr>
              <a:t>Challenges Faced</a:t>
            </a:r>
            <a:endParaRPr lang="en-US" sz="4000" b="1" kern="1200" dirty="0">
              <a:latin typeface="+mj-lt"/>
              <a:cs typeface="Calibri Light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0B5ED20-499B-41E7-95BE-8BBD31314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5A51D22-76EA-4C70-B5C9-ED3946924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088" y="4258080"/>
            <a:ext cx="4403345" cy="1180695"/>
          </a:xfrm>
          <a:custGeom>
            <a:avLst/>
            <a:gdLst>
              <a:gd name="connsiteX0" fmla="*/ 5260975 w 5260975"/>
              <a:gd name="connsiteY0" fmla="*/ 0 h 1410656"/>
              <a:gd name="connsiteX1" fmla="*/ 5260975 w 5260975"/>
              <a:gd name="connsiteY1" fmla="*/ 221634 h 1410656"/>
              <a:gd name="connsiteX2" fmla="*/ 5226503 w 5260975"/>
              <a:gd name="connsiteY2" fmla="*/ 237063 h 1410656"/>
              <a:gd name="connsiteX3" fmla="*/ 5206341 w 5260975"/>
              <a:gd name="connsiteY3" fmla="*/ 245128 h 1410656"/>
              <a:gd name="connsiteX4" fmla="*/ 5123287 w 5260975"/>
              <a:gd name="connsiteY4" fmla="*/ 297073 h 1410656"/>
              <a:gd name="connsiteX5" fmla="*/ 5048107 w 5260975"/>
              <a:gd name="connsiteY5" fmla="*/ 361307 h 1410656"/>
              <a:gd name="connsiteX6" fmla="*/ 4992899 w 5260975"/>
              <a:gd name="connsiteY6" fmla="*/ 437542 h 1410656"/>
              <a:gd name="connsiteX7" fmla="*/ 4977440 w 5260975"/>
              <a:gd name="connsiteY7" fmla="*/ 455690 h 1410656"/>
              <a:gd name="connsiteX8" fmla="*/ 4935193 w 5260975"/>
              <a:gd name="connsiteY8" fmla="*/ 478445 h 1410656"/>
              <a:gd name="connsiteX9" fmla="*/ 4897844 w 5260975"/>
              <a:gd name="connsiteY9" fmla="*/ 495535 h 1410656"/>
              <a:gd name="connsiteX10" fmla="*/ 4870767 w 5260975"/>
              <a:gd name="connsiteY10" fmla="*/ 514451 h 1410656"/>
              <a:gd name="connsiteX11" fmla="*/ 4847916 w 5260975"/>
              <a:gd name="connsiteY11" fmla="*/ 531830 h 1410656"/>
              <a:gd name="connsiteX12" fmla="*/ 4796163 w 5260975"/>
              <a:gd name="connsiteY12" fmla="*/ 576765 h 1410656"/>
              <a:gd name="connsiteX13" fmla="*/ 4738843 w 5260975"/>
              <a:gd name="connsiteY13" fmla="*/ 614691 h 1410656"/>
              <a:gd name="connsiteX14" fmla="*/ 4692755 w 5260975"/>
              <a:gd name="connsiteY14" fmla="*/ 661162 h 1410656"/>
              <a:gd name="connsiteX15" fmla="*/ 4673744 w 5260975"/>
              <a:gd name="connsiteY15" fmla="*/ 686318 h 1410656"/>
              <a:gd name="connsiteX16" fmla="*/ 4633801 w 5260975"/>
              <a:gd name="connsiteY16" fmla="*/ 703505 h 1410656"/>
              <a:gd name="connsiteX17" fmla="*/ 4590499 w 5260975"/>
              <a:gd name="connsiteY17" fmla="*/ 730389 h 1410656"/>
              <a:gd name="connsiteX18" fmla="*/ 4559773 w 5260975"/>
              <a:gd name="connsiteY18" fmla="*/ 757081 h 1410656"/>
              <a:gd name="connsiteX19" fmla="*/ 4536059 w 5260975"/>
              <a:gd name="connsiteY19" fmla="*/ 774940 h 1410656"/>
              <a:gd name="connsiteX20" fmla="*/ 4502549 w 5260975"/>
              <a:gd name="connsiteY20" fmla="*/ 792895 h 1410656"/>
              <a:gd name="connsiteX21" fmla="*/ 4468944 w 5260975"/>
              <a:gd name="connsiteY21" fmla="*/ 816419 h 1410656"/>
              <a:gd name="connsiteX22" fmla="*/ 4452622 w 5260975"/>
              <a:gd name="connsiteY22" fmla="*/ 830917 h 1410656"/>
              <a:gd name="connsiteX23" fmla="*/ 4421032 w 5260975"/>
              <a:gd name="connsiteY23" fmla="*/ 855016 h 1410656"/>
              <a:gd name="connsiteX24" fmla="*/ 4388483 w 5260975"/>
              <a:gd name="connsiteY24" fmla="*/ 877484 h 1410656"/>
              <a:gd name="connsiteX25" fmla="*/ 4327321 w 5260975"/>
              <a:gd name="connsiteY25" fmla="*/ 903216 h 1410656"/>
              <a:gd name="connsiteX26" fmla="*/ 4271633 w 5260975"/>
              <a:gd name="connsiteY26" fmla="*/ 941046 h 1410656"/>
              <a:gd name="connsiteX27" fmla="*/ 4227465 w 5260975"/>
              <a:gd name="connsiteY27" fmla="*/ 968698 h 1410656"/>
              <a:gd name="connsiteX28" fmla="*/ 4201733 w 5260975"/>
              <a:gd name="connsiteY28" fmla="*/ 986846 h 1410656"/>
              <a:gd name="connsiteX29" fmla="*/ 4154494 w 5260975"/>
              <a:gd name="connsiteY29" fmla="*/ 1027364 h 1410656"/>
              <a:gd name="connsiteX30" fmla="*/ 4081234 w 5260975"/>
              <a:gd name="connsiteY30" fmla="*/ 1069994 h 1410656"/>
              <a:gd name="connsiteX31" fmla="*/ 4036971 w 5260975"/>
              <a:gd name="connsiteY31" fmla="*/ 1093038 h 1410656"/>
              <a:gd name="connsiteX32" fmla="*/ 3941725 w 5260975"/>
              <a:gd name="connsiteY32" fmla="*/ 1127796 h 1410656"/>
              <a:gd name="connsiteX33" fmla="*/ 3910999 w 5260975"/>
              <a:gd name="connsiteY33" fmla="*/ 1140182 h 1410656"/>
              <a:gd name="connsiteX34" fmla="*/ 3875859 w 5260975"/>
              <a:gd name="connsiteY34" fmla="*/ 1148343 h 1410656"/>
              <a:gd name="connsiteX35" fmla="*/ 3819401 w 5260975"/>
              <a:gd name="connsiteY35" fmla="*/ 1167642 h 1410656"/>
              <a:gd name="connsiteX36" fmla="*/ 3709176 w 5260975"/>
              <a:gd name="connsiteY36" fmla="*/ 1200863 h 1410656"/>
              <a:gd name="connsiteX37" fmla="*/ 3684981 w 5260975"/>
              <a:gd name="connsiteY37" fmla="*/ 1205952 h 1410656"/>
              <a:gd name="connsiteX38" fmla="*/ 3623338 w 5260975"/>
              <a:gd name="connsiteY38" fmla="*/ 1227363 h 1410656"/>
              <a:gd name="connsiteX39" fmla="*/ 3586373 w 5260975"/>
              <a:gd name="connsiteY39" fmla="*/ 1241765 h 1410656"/>
              <a:gd name="connsiteX40" fmla="*/ 3555743 w 5260975"/>
              <a:gd name="connsiteY40" fmla="*/ 1250023 h 1410656"/>
              <a:gd name="connsiteX41" fmla="*/ 3528667 w 5260975"/>
              <a:gd name="connsiteY41" fmla="*/ 1253864 h 1410656"/>
              <a:gd name="connsiteX42" fmla="*/ 3457424 w 5260975"/>
              <a:gd name="connsiteY42" fmla="*/ 1272874 h 1410656"/>
              <a:gd name="connsiteX43" fmla="*/ 3429003 w 5260975"/>
              <a:gd name="connsiteY43" fmla="*/ 1280364 h 1410656"/>
              <a:gd name="connsiteX44" fmla="*/ 3355264 w 5260975"/>
              <a:gd name="connsiteY44" fmla="*/ 1306096 h 1410656"/>
              <a:gd name="connsiteX45" fmla="*/ 3292757 w 5260975"/>
              <a:gd name="connsiteY45" fmla="*/ 1323090 h 1410656"/>
              <a:gd name="connsiteX46" fmla="*/ 3266643 w 5260975"/>
              <a:gd name="connsiteY46" fmla="*/ 1331251 h 1410656"/>
              <a:gd name="connsiteX47" fmla="*/ 3206921 w 5260975"/>
              <a:gd name="connsiteY47" fmla="*/ 1344886 h 1410656"/>
              <a:gd name="connsiteX48" fmla="*/ 3173123 w 5260975"/>
              <a:gd name="connsiteY48" fmla="*/ 1354488 h 1410656"/>
              <a:gd name="connsiteX49" fmla="*/ 3090646 w 5260975"/>
              <a:gd name="connsiteY49" fmla="*/ 1365337 h 1410656"/>
              <a:gd name="connsiteX50" fmla="*/ 3005480 w 5260975"/>
              <a:gd name="connsiteY50" fmla="*/ 1375802 h 1410656"/>
              <a:gd name="connsiteX51" fmla="*/ 2958721 w 5260975"/>
              <a:gd name="connsiteY51" fmla="*/ 1379259 h 1410656"/>
              <a:gd name="connsiteX52" fmla="*/ 2917915 w 5260975"/>
              <a:gd name="connsiteY52" fmla="*/ 1384733 h 1410656"/>
              <a:gd name="connsiteX53" fmla="*/ 2882389 w 5260975"/>
              <a:gd name="connsiteY53" fmla="*/ 1388189 h 1410656"/>
              <a:gd name="connsiteX54" fmla="*/ 2825837 w 5260975"/>
              <a:gd name="connsiteY54" fmla="*/ 1395198 h 1410656"/>
              <a:gd name="connsiteX55" fmla="*/ 2802313 w 5260975"/>
              <a:gd name="connsiteY55" fmla="*/ 1397023 h 1410656"/>
              <a:gd name="connsiteX56" fmla="*/ 2746816 w 5260975"/>
              <a:gd name="connsiteY56" fmla="*/ 1396926 h 1410656"/>
              <a:gd name="connsiteX57" fmla="*/ 2727517 w 5260975"/>
              <a:gd name="connsiteY57" fmla="*/ 1395966 h 1410656"/>
              <a:gd name="connsiteX58" fmla="*/ 2690359 w 5260975"/>
              <a:gd name="connsiteY58" fmla="*/ 1384060 h 1410656"/>
              <a:gd name="connsiteX59" fmla="*/ 2685943 w 5260975"/>
              <a:gd name="connsiteY59" fmla="*/ 1383196 h 1410656"/>
              <a:gd name="connsiteX60" fmla="*/ 2661554 w 5260975"/>
              <a:gd name="connsiteY60" fmla="*/ 1378491 h 1410656"/>
              <a:gd name="connsiteX61" fmla="*/ 2648208 w 5260975"/>
              <a:gd name="connsiteY61" fmla="*/ 1376955 h 1410656"/>
              <a:gd name="connsiteX62" fmla="*/ 2597512 w 5260975"/>
              <a:gd name="connsiteY62" fmla="*/ 1367162 h 1410656"/>
              <a:gd name="connsiteX63" fmla="*/ 2568324 w 5260975"/>
              <a:gd name="connsiteY63" fmla="*/ 1362553 h 1410656"/>
              <a:gd name="connsiteX64" fmla="*/ 2544704 w 5260975"/>
              <a:gd name="connsiteY64" fmla="*/ 1363225 h 1410656"/>
              <a:gd name="connsiteX65" fmla="*/ 2503225 w 5260975"/>
              <a:gd name="connsiteY65" fmla="*/ 1364089 h 1410656"/>
              <a:gd name="connsiteX66" fmla="*/ 2489975 w 5260975"/>
              <a:gd name="connsiteY66" fmla="*/ 1366298 h 1410656"/>
              <a:gd name="connsiteX67" fmla="*/ 2430061 w 5260975"/>
              <a:gd name="connsiteY67" fmla="*/ 1359960 h 1410656"/>
              <a:gd name="connsiteX68" fmla="*/ 2395880 w 5260975"/>
              <a:gd name="connsiteY68" fmla="*/ 1359480 h 1410656"/>
              <a:gd name="connsiteX69" fmla="*/ 2357378 w 5260975"/>
              <a:gd name="connsiteY69" fmla="*/ 1351607 h 1410656"/>
              <a:gd name="connsiteX70" fmla="*/ 2346145 w 5260975"/>
              <a:gd name="connsiteY70" fmla="*/ 1351991 h 1410656"/>
              <a:gd name="connsiteX71" fmla="*/ 2333567 w 5260975"/>
              <a:gd name="connsiteY71" fmla="*/ 1352663 h 1410656"/>
              <a:gd name="connsiteX72" fmla="*/ 2294968 w 5260975"/>
              <a:gd name="connsiteY72" fmla="*/ 1353240 h 1410656"/>
              <a:gd name="connsiteX73" fmla="*/ 2271540 w 5260975"/>
              <a:gd name="connsiteY73" fmla="*/ 1356120 h 1410656"/>
              <a:gd name="connsiteX74" fmla="*/ 2226895 w 5260975"/>
              <a:gd name="connsiteY74" fmla="*/ 1354392 h 1410656"/>
              <a:gd name="connsiteX75" fmla="*/ 2210379 w 5260975"/>
              <a:gd name="connsiteY75" fmla="*/ 1356888 h 1410656"/>
              <a:gd name="connsiteX76" fmla="*/ 2168613 w 5260975"/>
              <a:gd name="connsiteY76" fmla="*/ 1357176 h 1410656"/>
              <a:gd name="connsiteX77" fmla="*/ 2131167 w 5260975"/>
              <a:gd name="connsiteY77" fmla="*/ 1355736 h 1410656"/>
              <a:gd name="connsiteX78" fmla="*/ 2095065 w 5260975"/>
              <a:gd name="connsiteY78" fmla="*/ 1356504 h 1410656"/>
              <a:gd name="connsiteX79" fmla="*/ 2069237 w 5260975"/>
              <a:gd name="connsiteY79" fmla="*/ 1359672 h 1410656"/>
              <a:gd name="connsiteX80" fmla="*/ 2041201 w 5260975"/>
              <a:gd name="connsiteY80" fmla="*/ 1361592 h 1410656"/>
              <a:gd name="connsiteX81" fmla="*/ 1963909 w 5260975"/>
              <a:gd name="connsiteY81" fmla="*/ 1373018 h 1410656"/>
              <a:gd name="connsiteX82" fmla="*/ 1949603 w 5260975"/>
              <a:gd name="connsiteY82" fmla="*/ 1370234 h 1410656"/>
              <a:gd name="connsiteX83" fmla="*/ 1868373 w 5260975"/>
              <a:gd name="connsiteY83" fmla="*/ 1367641 h 1410656"/>
              <a:gd name="connsiteX84" fmla="*/ 1850707 w 5260975"/>
              <a:gd name="connsiteY84" fmla="*/ 1367834 h 1410656"/>
              <a:gd name="connsiteX85" fmla="*/ 1803275 w 5260975"/>
              <a:gd name="connsiteY85" fmla="*/ 1356504 h 1410656"/>
              <a:gd name="connsiteX86" fmla="*/ 1730112 w 5260975"/>
              <a:gd name="connsiteY86" fmla="*/ 1374459 h 1410656"/>
              <a:gd name="connsiteX87" fmla="*/ 1661652 w 5260975"/>
              <a:gd name="connsiteY87" fmla="*/ 1396926 h 1410656"/>
              <a:gd name="connsiteX88" fmla="*/ 1653011 w 5260975"/>
              <a:gd name="connsiteY88" fmla="*/ 1399807 h 1410656"/>
              <a:gd name="connsiteX89" fmla="*/ 1628431 w 5260975"/>
              <a:gd name="connsiteY89" fmla="*/ 1404704 h 1410656"/>
              <a:gd name="connsiteX90" fmla="*/ 1597995 w 5260975"/>
              <a:gd name="connsiteY90" fmla="*/ 1406432 h 1410656"/>
              <a:gd name="connsiteX91" fmla="*/ 1559396 w 5260975"/>
              <a:gd name="connsiteY91" fmla="*/ 1410656 h 1410656"/>
              <a:gd name="connsiteX92" fmla="*/ 1528480 w 5260975"/>
              <a:gd name="connsiteY92" fmla="*/ 1405375 h 1410656"/>
              <a:gd name="connsiteX93" fmla="*/ 1485272 w 5260975"/>
              <a:gd name="connsiteY93" fmla="*/ 1397502 h 1410656"/>
              <a:gd name="connsiteX94" fmla="*/ 1444562 w 5260975"/>
              <a:gd name="connsiteY94" fmla="*/ 1390013 h 1410656"/>
              <a:gd name="connsiteX95" fmla="*/ 1431696 w 5260975"/>
              <a:gd name="connsiteY95" fmla="*/ 1398846 h 1410656"/>
              <a:gd name="connsiteX96" fmla="*/ 1411821 w 5260975"/>
              <a:gd name="connsiteY96" fmla="*/ 1406527 h 1410656"/>
              <a:gd name="connsiteX97" fmla="*/ 1389738 w 5260975"/>
              <a:gd name="connsiteY97" fmla="*/ 1397310 h 1410656"/>
              <a:gd name="connsiteX98" fmla="*/ 1338081 w 5260975"/>
              <a:gd name="connsiteY98" fmla="*/ 1378204 h 1410656"/>
              <a:gd name="connsiteX99" fmla="*/ 1305436 w 5260975"/>
              <a:gd name="connsiteY99" fmla="*/ 1377339 h 1410656"/>
              <a:gd name="connsiteX100" fmla="*/ 1234481 w 5260975"/>
              <a:gd name="connsiteY100" fmla="*/ 1369178 h 1410656"/>
              <a:gd name="connsiteX101" fmla="*/ 1188106 w 5260975"/>
              <a:gd name="connsiteY101" fmla="*/ 1357560 h 1410656"/>
              <a:gd name="connsiteX102" fmla="*/ 1154790 w 5260975"/>
              <a:gd name="connsiteY102" fmla="*/ 1344406 h 1410656"/>
              <a:gd name="connsiteX103" fmla="*/ 1107069 w 5260975"/>
              <a:gd name="connsiteY103" fmla="*/ 1327219 h 1410656"/>
              <a:gd name="connsiteX104" fmla="*/ 1059158 w 5260975"/>
              <a:gd name="connsiteY104" fmla="*/ 1318290 h 1410656"/>
              <a:gd name="connsiteX105" fmla="*/ 1024496 w 5260975"/>
              <a:gd name="connsiteY105" fmla="*/ 1307056 h 1410656"/>
              <a:gd name="connsiteX106" fmla="*/ 982153 w 5260975"/>
              <a:gd name="connsiteY106" fmla="*/ 1299374 h 1410656"/>
              <a:gd name="connsiteX107" fmla="*/ 946628 w 5260975"/>
              <a:gd name="connsiteY107" fmla="*/ 1299087 h 1410656"/>
              <a:gd name="connsiteX108" fmla="*/ 890939 w 5260975"/>
              <a:gd name="connsiteY108" fmla="*/ 1300431 h 1410656"/>
              <a:gd name="connsiteX109" fmla="*/ 822769 w 5260975"/>
              <a:gd name="connsiteY109" fmla="*/ 1277196 h 1410656"/>
              <a:gd name="connsiteX110" fmla="*/ 795212 w 5260975"/>
              <a:gd name="connsiteY110" fmla="*/ 1272010 h 1410656"/>
              <a:gd name="connsiteX111" fmla="*/ 769288 w 5260975"/>
              <a:gd name="connsiteY111" fmla="*/ 1269610 h 1410656"/>
              <a:gd name="connsiteX112" fmla="*/ 714271 w 5260975"/>
              <a:gd name="connsiteY112" fmla="*/ 1254152 h 1410656"/>
              <a:gd name="connsiteX113" fmla="*/ 691900 w 5260975"/>
              <a:gd name="connsiteY113" fmla="*/ 1249062 h 1410656"/>
              <a:gd name="connsiteX114" fmla="*/ 660598 w 5260975"/>
              <a:gd name="connsiteY114" fmla="*/ 1249159 h 1410656"/>
              <a:gd name="connsiteX115" fmla="*/ 603662 w 5260975"/>
              <a:gd name="connsiteY115" fmla="*/ 1242054 h 1410656"/>
              <a:gd name="connsiteX116" fmla="*/ 546821 w 5260975"/>
              <a:gd name="connsiteY116" fmla="*/ 1221314 h 1410656"/>
              <a:gd name="connsiteX117" fmla="*/ 522721 w 5260975"/>
              <a:gd name="connsiteY117" fmla="*/ 1223330 h 1410656"/>
              <a:gd name="connsiteX118" fmla="*/ 514080 w 5260975"/>
              <a:gd name="connsiteY118" fmla="*/ 1222851 h 1410656"/>
              <a:gd name="connsiteX119" fmla="*/ 436404 w 5260975"/>
              <a:gd name="connsiteY119" fmla="*/ 1211424 h 1410656"/>
              <a:gd name="connsiteX120" fmla="*/ 428626 w 5260975"/>
              <a:gd name="connsiteY120" fmla="*/ 1210177 h 1410656"/>
              <a:gd name="connsiteX121" fmla="*/ 392141 w 5260975"/>
              <a:gd name="connsiteY121" fmla="*/ 1199999 h 1410656"/>
              <a:gd name="connsiteX122" fmla="*/ 300157 w 5260975"/>
              <a:gd name="connsiteY122" fmla="*/ 1193662 h 1410656"/>
              <a:gd name="connsiteX123" fmla="*/ 294493 w 5260975"/>
              <a:gd name="connsiteY123" fmla="*/ 1192894 h 1410656"/>
              <a:gd name="connsiteX124" fmla="*/ 263671 w 5260975"/>
              <a:gd name="connsiteY124" fmla="*/ 1197982 h 1410656"/>
              <a:gd name="connsiteX125" fmla="*/ 248406 w 5260975"/>
              <a:gd name="connsiteY125" fmla="*/ 1205184 h 1410656"/>
              <a:gd name="connsiteX126" fmla="*/ 224594 w 5260975"/>
              <a:gd name="connsiteY126" fmla="*/ 1212673 h 1410656"/>
              <a:gd name="connsiteX127" fmla="*/ 200398 w 5260975"/>
              <a:gd name="connsiteY127" fmla="*/ 1215458 h 1410656"/>
              <a:gd name="connsiteX128" fmla="*/ 159783 w 5260975"/>
              <a:gd name="connsiteY128" fmla="*/ 1204127 h 1410656"/>
              <a:gd name="connsiteX129" fmla="*/ 144997 w 5260975"/>
              <a:gd name="connsiteY129" fmla="*/ 1202975 h 1410656"/>
              <a:gd name="connsiteX130" fmla="*/ 112064 w 5260975"/>
              <a:gd name="connsiteY130" fmla="*/ 1197503 h 1410656"/>
              <a:gd name="connsiteX131" fmla="*/ 83259 w 5260975"/>
              <a:gd name="connsiteY131" fmla="*/ 1197887 h 1410656"/>
              <a:gd name="connsiteX132" fmla="*/ 60120 w 5260975"/>
              <a:gd name="connsiteY132" fmla="*/ 1206624 h 1410656"/>
              <a:gd name="connsiteX133" fmla="*/ 26514 w 5260975"/>
              <a:gd name="connsiteY133" fmla="*/ 1208352 h 1410656"/>
              <a:gd name="connsiteX134" fmla="*/ 4814 w 5260975"/>
              <a:gd name="connsiteY134" fmla="*/ 1202015 h 1410656"/>
              <a:gd name="connsiteX135" fmla="*/ 398 w 5260975"/>
              <a:gd name="connsiteY135" fmla="*/ 1201152 h 1410656"/>
              <a:gd name="connsiteX136" fmla="*/ 0 w 5260975"/>
              <a:gd name="connsiteY136" fmla="*/ 1201150 h 1410656"/>
              <a:gd name="connsiteX137" fmla="*/ 0 w 5260975"/>
              <a:gd name="connsiteY137" fmla="*/ 1004512 h 1410656"/>
              <a:gd name="connsiteX138" fmla="*/ 30355 w 5260975"/>
              <a:gd name="connsiteY138" fmla="*/ 1002784 h 1410656"/>
              <a:gd name="connsiteX139" fmla="*/ 52151 w 5260975"/>
              <a:gd name="connsiteY139" fmla="*/ 997695 h 1410656"/>
              <a:gd name="connsiteX140" fmla="*/ 64248 w 5260975"/>
              <a:gd name="connsiteY140" fmla="*/ 994430 h 1410656"/>
              <a:gd name="connsiteX141" fmla="*/ 126370 w 5260975"/>
              <a:gd name="connsiteY141" fmla="*/ 985405 h 1410656"/>
              <a:gd name="connsiteX142" fmla="*/ 154022 w 5260975"/>
              <a:gd name="connsiteY142" fmla="*/ 975708 h 1410656"/>
              <a:gd name="connsiteX143" fmla="*/ 161512 w 5260975"/>
              <a:gd name="connsiteY143" fmla="*/ 974268 h 1410656"/>
              <a:gd name="connsiteX144" fmla="*/ 202510 w 5260975"/>
              <a:gd name="connsiteY144" fmla="*/ 978300 h 1410656"/>
              <a:gd name="connsiteX145" fmla="*/ 233235 w 5260975"/>
              <a:gd name="connsiteY145" fmla="*/ 993950 h 1410656"/>
              <a:gd name="connsiteX146" fmla="*/ 239188 w 5260975"/>
              <a:gd name="connsiteY146" fmla="*/ 999231 h 1410656"/>
              <a:gd name="connsiteX147" fmla="*/ 324834 w 5260975"/>
              <a:gd name="connsiteY147" fmla="*/ 997407 h 1410656"/>
              <a:gd name="connsiteX148" fmla="*/ 337987 w 5260975"/>
              <a:gd name="connsiteY148" fmla="*/ 995198 h 1410656"/>
              <a:gd name="connsiteX149" fmla="*/ 401550 w 5260975"/>
              <a:gd name="connsiteY149" fmla="*/ 1004416 h 1410656"/>
              <a:gd name="connsiteX150" fmla="*/ 420081 w 5260975"/>
              <a:gd name="connsiteY150" fmla="*/ 1006240 h 1410656"/>
              <a:gd name="connsiteX151" fmla="*/ 486523 w 5260975"/>
              <a:gd name="connsiteY151" fmla="*/ 1014498 h 1410656"/>
              <a:gd name="connsiteX152" fmla="*/ 495932 w 5260975"/>
              <a:gd name="connsiteY152" fmla="*/ 1006817 h 1410656"/>
              <a:gd name="connsiteX153" fmla="*/ 523009 w 5260975"/>
              <a:gd name="connsiteY153" fmla="*/ 987517 h 1410656"/>
              <a:gd name="connsiteX154" fmla="*/ 576393 w 5260975"/>
              <a:gd name="connsiteY154" fmla="*/ 970427 h 1410656"/>
              <a:gd name="connsiteX155" fmla="*/ 590892 w 5260975"/>
              <a:gd name="connsiteY155" fmla="*/ 971387 h 1410656"/>
              <a:gd name="connsiteX156" fmla="*/ 627569 w 5260975"/>
              <a:gd name="connsiteY156" fmla="*/ 999904 h 1410656"/>
              <a:gd name="connsiteX157" fmla="*/ 645429 w 5260975"/>
              <a:gd name="connsiteY157" fmla="*/ 1011329 h 1410656"/>
              <a:gd name="connsiteX158" fmla="*/ 696125 w 5260975"/>
              <a:gd name="connsiteY158" fmla="*/ 1032356 h 1410656"/>
              <a:gd name="connsiteX159" fmla="*/ 700349 w 5260975"/>
              <a:gd name="connsiteY159" fmla="*/ 1036197 h 1410656"/>
              <a:gd name="connsiteX160" fmla="*/ 737795 w 5260975"/>
              <a:gd name="connsiteY160" fmla="*/ 1081804 h 1410656"/>
              <a:gd name="connsiteX161" fmla="*/ 746244 w 5260975"/>
              <a:gd name="connsiteY161" fmla="*/ 1089581 h 1410656"/>
              <a:gd name="connsiteX162" fmla="*/ 756422 w 5260975"/>
              <a:gd name="connsiteY162" fmla="*/ 1101680 h 1410656"/>
              <a:gd name="connsiteX163" fmla="*/ 788202 w 5260975"/>
              <a:gd name="connsiteY163" fmla="*/ 1125108 h 1410656"/>
              <a:gd name="connsiteX164" fmla="*/ 827569 w 5260975"/>
              <a:gd name="connsiteY164" fmla="*/ 1132596 h 1410656"/>
              <a:gd name="connsiteX165" fmla="*/ 875097 w 5260975"/>
              <a:gd name="connsiteY165" fmla="*/ 1144022 h 1410656"/>
              <a:gd name="connsiteX166" fmla="*/ 894972 w 5260975"/>
              <a:gd name="connsiteY166" fmla="*/ 1151704 h 1410656"/>
              <a:gd name="connsiteX167" fmla="*/ 948260 w 5260975"/>
              <a:gd name="connsiteY167" fmla="*/ 1166298 h 1410656"/>
              <a:gd name="connsiteX168" fmla="*/ 986282 w 5260975"/>
              <a:gd name="connsiteY168" fmla="*/ 1178588 h 1410656"/>
              <a:gd name="connsiteX169" fmla="*/ 1041107 w 5260975"/>
              <a:gd name="connsiteY169" fmla="*/ 1185789 h 1410656"/>
              <a:gd name="connsiteX170" fmla="*/ 1067703 w 5260975"/>
              <a:gd name="connsiteY170" fmla="*/ 1186076 h 1410656"/>
              <a:gd name="connsiteX171" fmla="*/ 1116574 w 5260975"/>
              <a:gd name="connsiteY171" fmla="*/ 1222946 h 1410656"/>
              <a:gd name="connsiteX172" fmla="*/ 1155557 w 5260975"/>
              <a:gd name="connsiteY172" fmla="*/ 1247335 h 1410656"/>
              <a:gd name="connsiteX173" fmla="*/ 1196556 w 5260975"/>
              <a:gd name="connsiteY173" fmla="*/ 1235525 h 1410656"/>
              <a:gd name="connsiteX174" fmla="*/ 1207693 w 5260975"/>
              <a:gd name="connsiteY174" fmla="*/ 1224387 h 1410656"/>
              <a:gd name="connsiteX175" fmla="*/ 1274904 w 5260975"/>
              <a:gd name="connsiteY175" fmla="*/ 1213826 h 1410656"/>
              <a:gd name="connsiteX176" fmla="*/ 1370919 w 5260975"/>
              <a:gd name="connsiteY176" fmla="*/ 1213442 h 1410656"/>
              <a:gd name="connsiteX177" fmla="*/ 1530593 w 5260975"/>
              <a:gd name="connsiteY177" fmla="*/ 1189437 h 1410656"/>
              <a:gd name="connsiteX178" fmla="*/ 1558436 w 5260975"/>
              <a:gd name="connsiteY178" fmla="*/ 1178299 h 1410656"/>
              <a:gd name="connsiteX179" fmla="*/ 1589737 w 5260975"/>
              <a:gd name="connsiteY179" fmla="*/ 1175515 h 1410656"/>
              <a:gd name="connsiteX180" fmla="*/ 1601740 w 5260975"/>
              <a:gd name="connsiteY180" fmla="*/ 1182333 h 1410656"/>
              <a:gd name="connsiteX181" fmla="*/ 1654259 w 5260975"/>
              <a:gd name="connsiteY181" fmla="*/ 1192510 h 1410656"/>
              <a:gd name="connsiteX182" fmla="*/ 1664246 w 5260975"/>
              <a:gd name="connsiteY182" fmla="*/ 1192702 h 1410656"/>
              <a:gd name="connsiteX183" fmla="*/ 1698427 w 5260975"/>
              <a:gd name="connsiteY183" fmla="*/ 1188381 h 1410656"/>
              <a:gd name="connsiteX184" fmla="*/ 1730112 w 5260975"/>
              <a:gd name="connsiteY184" fmla="*/ 1185885 h 1410656"/>
              <a:gd name="connsiteX185" fmla="*/ 1809996 w 5260975"/>
              <a:gd name="connsiteY185" fmla="*/ 1194046 h 1410656"/>
              <a:gd name="connsiteX186" fmla="*/ 1871254 w 5260975"/>
              <a:gd name="connsiteY186" fmla="*/ 1192126 h 1410656"/>
              <a:gd name="connsiteX187" fmla="*/ 1899482 w 5260975"/>
              <a:gd name="connsiteY187" fmla="*/ 1194046 h 1410656"/>
              <a:gd name="connsiteX188" fmla="*/ 1915420 w 5260975"/>
              <a:gd name="connsiteY188" fmla="*/ 1196927 h 1410656"/>
              <a:gd name="connsiteX189" fmla="*/ 1951522 w 5260975"/>
              <a:gd name="connsiteY189" fmla="*/ 1216994 h 1410656"/>
              <a:gd name="connsiteX190" fmla="*/ 1971302 w 5260975"/>
              <a:gd name="connsiteY190" fmla="*/ 1221507 h 1410656"/>
              <a:gd name="connsiteX191" fmla="*/ 2030831 w 5260975"/>
              <a:gd name="connsiteY191" fmla="*/ 1221123 h 1410656"/>
              <a:gd name="connsiteX192" fmla="*/ 2120125 w 5260975"/>
              <a:gd name="connsiteY192" fmla="*/ 1190878 h 1410656"/>
              <a:gd name="connsiteX193" fmla="*/ 2129439 w 5260975"/>
              <a:gd name="connsiteY193" fmla="*/ 1186845 h 1410656"/>
              <a:gd name="connsiteX194" fmla="*/ 2174854 w 5260975"/>
              <a:gd name="connsiteY194" fmla="*/ 1181852 h 1410656"/>
              <a:gd name="connsiteX195" fmla="*/ 2205674 w 5260975"/>
              <a:gd name="connsiteY195" fmla="*/ 1188669 h 1410656"/>
              <a:gd name="connsiteX196" fmla="*/ 2247634 w 5260975"/>
              <a:gd name="connsiteY196" fmla="*/ 1202784 h 1410656"/>
              <a:gd name="connsiteX197" fmla="*/ 2285367 w 5260975"/>
              <a:gd name="connsiteY197" fmla="*/ 1214594 h 1410656"/>
              <a:gd name="connsiteX198" fmla="*/ 2312827 w 5260975"/>
              <a:gd name="connsiteY198" fmla="*/ 1227939 h 1410656"/>
              <a:gd name="connsiteX199" fmla="*/ 2375622 w 5260975"/>
              <a:gd name="connsiteY199" fmla="*/ 1237733 h 1410656"/>
              <a:gd name="connsiteX200" fmla="*/ 2382151 w 5260975"/>
              <a:gd name="connsiteY200" fmla="*/ 1239365 h 1410656"/>
              <a:gd name="connsiteX201" fmla="*/ 2429390 w 5260975"/>
              <a:gd name="connsiteY201" fmla="*/ 1227459 h 1410656"/>
              <a:gd name="connsiteX202" fmla="*/ 2486134 w 5260975"/>
              <a:gd name="connsiteY202" fmla="*/ 1215362 h 1410656"/>
              <a:gd name="connsiteX203" fmla="*/ 2506394 w 5260975"/>
              <a:gd name="connsiteY203" fmla="*/ 1219490 h 1410656"/>
              <a:gd name="connsiteX204" fmla="*/ 2534142 w 5260975"/>
              <a:gd name="connsiteY204" fmla="*/ 1225347 h 1410656"/>
              <a:gd name="connsiteX205" fmla="*/ 2559874 w 5260975"/>
              <a:gd name="connsiteY205" fmla="*/ 1222275 h 1410656"/>
              <a:gd name="connsiteX206" fmla="*/ 2575525 w 5260975"/>
              <a:gd name="connsiteY206" fmla="*/ 1221987 h 1410656"/>
              <a:gd name="connsiteX207" fmla="*/ 2646960 w 5260975"/>
              <a:gd name="connsiteY207" fmla="*/ 1257896 h 1410656"/>
              <a:gd name="connsiteX208" fmla="*/ 2665107 w 5260975"/>
              <a:gd name="connsiteY208" fmla="*/ 1260873 h 1410656"/>
              <a:gd name="connsiteX209" fmla="*/ 2675381 w 5260975"/>
              <a:gd name="connsiteY209" fmla="*/ 1265290 h 1410656"/>
              <a:gd name="connsiteX210" fmla="*/ 2737311 w 5260975"/>
              <a:gd name="connsiteY210" fmla="*/ 1309841 h 1410656"/>
              <a:gd name="connsiteX211" fmla="*/ 2763619 w 5260975"/>
              <a:gd name="connsiteY211" fmla="*/ 1318866 h 1410656"/>
              <a:gd name="connsiteX212" fmla="*/ 2792519 w 5260975"/>
              <a:gd name="connsiteY212" fmla="*/ 1317041 h 1410656"/>
              <a:gd name="connsiteX213" fmla="*/ 2809226 w 5260975"/>
              <a:gd name="connsiteY213" fmla="*/ 1313777 h 1410656"/>
              <a:gd name="connsiteX214" fmla="*/ 2850705 w 5260975"/>
              <a:gd name="connsiteY214" fmla="*/ 1285452 h 1410656"/>
              <a:gd name="connsiteX215" fmla="*/ 2874324 w 5260975"/>
              <a:gd name="connsiteY215" fmla="*/ 1286413 h 1410656"/>
              <a:gd name="connsiteX216" fmla="*/ 2911194 w 5260975"/>
              <a:gd name="connsiteY216" fmla="*/ 1305903 h 1410656"/>
              <a:gd name="connsiteX217" fmla="*/ 2978116 w 5260975"/>
              <a:gd name="connsiteY217" fmla="*/ 1314641 h 1410656"/>
              <a:gd name="connsiteX218" fmla="*/ 3012106 w 5260975"/>
              <a:gd name="connsiteY218" fmla="*/ 1287373 h 1410656"/>
              <a:gd name="connsiteX219" fmla="*/ 3029676 w 5260975"/>
              <a:gd name="connsiteY219" fmla="*/ 1261161 h 1410656"/>
              <a:gd name="connsiteX220" fmla="*/ 3080469 w 5260975"/>
              <a:gd name="connsiteY220" fmla="*/ 1230724 h 1410656"/>
              <a:gd name="connsiteX221" fmla="*/ 3092567 w 5260975"/>
              <a:gd name="connsiteY221" fmla="*/ 1242054 h 1410656"/>
              <a:gd name="connsiteX222" fmla="*/ 3129821 w 5260975"/>
              <a:gd name="connsiteY222" fmla="*/ 1246855 h 1410656"/>
              <a:gd name="connsiteX223" fmla="*/ 3170147 w 5260975"/>
              <a:gd name="connsiteY223" fmla="*/ 1246471 h 1410656"/>
              <a:gd name="connsiteX224" fmla="*/ 3240429 w 5260975"/>
              <a:gd name="connsiteY224" fmla="*/ 1251559 h 1410656"/>
              <a:gd name="connsiteX225" fmla="*/ 3287189 w 5260975"/>
              <a:gd name="connsiteY225" fmla="*/ 1222466 h 1410656"/>
              <a:gd name="connsiteX226" fmla="*/ 3305049 w 5260975"/>
              <a:gd name="connsiteY226" fmla="*/ 1210465 h 1410656"/>
              <a:gd name="connsiteX227" fmla="*/ 3321755 w 5260975"/>
              <a:gd name="connsiteY227" fmla="*/ 1202784 h 1410656"/>
              <a:gd name="connsiteX228" fmla="*/ 3341055 w 5260975"/>
              <a:gd name="connsiteY228" fmla="*/ 1198463 h 1410656"/>
              <a:gd name="connsiteX229" fmla="*/ 3387621 w 5260975"/>
              <a:gd name="connsiteY229" fmla="*/ 1182140 h 1410656"/>
              <a:gd name="connsiteX230" fmla="*/ 3413161 w 5260975"/>
              <a:gd name="connsiteY230" fmla="*/ 1166105 h 1410656"/>
              <a:gd name="connsiteX231" fmla="*/ 3470579 w 5260975"/>
              <a:gd name="connsiteY231" fmla="*/ 1150647 h 1410656"/>
              <a:gd name="connsiteX232" fmla="*/ 3509657 w 5260975"/>
              <a:gd name="connsiteY232" fmla="*/ 1136821 h 1410656"/>
              <a:gd name="connsiteX233" fmla="*/ 3550847 w 5260975"/>
              <a:gd name="connsiteY233" fmla="*/ 1113009 h 1410656"/>
              <a:gd name="connsiteX234" fmla="*/ 3556608 w 5260975"/>
              <a:gd name="connsiteY234" fmla="*/ 1109361 h 1410656"/>
              <a:gd name="connsiteX235" fmla="*/ 3570435 w 5260975"/>
              <a:gd name="connsiteY235" fmla="*/ 1093710 h 1410656"/>
              <a:gd name="connsiteX236" fmla="*/ 3590501 w 5260975"/>
              <a:gd name="connsiteY236" fmla="*/ 1039846 h 1410656"/>
              <a:gd name="connsiteX237" fmla="*/ 3596263 w 5260975"/>
              <a:gd name="connsiteY237" fmla="*/ 1028900 h 1410656"/>
              <a:gd name="connsiteX238" fmla="*/ 3648591 w 5260975"/>
              <a:gd name="connsiteY238" fmla="*/ 992030 h 1410656"/>
              <a:gd name="connsiteX239" fmla="*/ 3667986 w 5260975"/>
              <a:gd name="connsiteY239" fmla="*/ 995487 h 1410656"/>
              <a:gd name="connsiteX240" fmla="*/ 3689397 w 5260975"/>
              <a:gd name="connsiteY240" fmla="*/ 1007585 h 1410656"/>
              <a:gd name="connsiteX241" fmla="*/ 3736349 w 5260975"/>
              <a:gd name="connsiteY241" fmla="*/ 1010753 h 1410656"/>
              <a:gd name="connsiteX242" fmla="*/ 3753919 w 5260975"/>
              <a:gd name="connsiteY242" fmla="*/ 1004513 h 1410656"/>
              <a:gd name="connsiteX243" fmla="*/ 3784643 w 5260975"/>
              <a:gd name="connsiteY243" fmla="*/ 987710 h 1410656"/>
              <a:gd name="connsiteX244" fmla="*/ 3808359 w 5260975"/>
              <a:gd name="connsiteY244" fmla="*/ 961689 h 1410656"/>
              <a:gd name="connsiteX245" fmla="*/ 3842829 w 5260975"/>
              <a:gd name="connsiteY245" fmla="*/ 918674 h 1410656"/>
              <a:gd name="connsiteX246" fmla="*/ 3908983 w 5260975"/>
              <a:gd name="connsiteY246" fmla="*/ 902256 h 1410656"/>
              <a:gd name="connsiteX247" fmla="*/ 3934428 w 5260975"/>
              <a:gd name="connsiteY247" fmla="*/ 896783 h 1410656"/>
              <a:gd name="connsiteX248" fmla="*/ 4026987 w 5260975"/>
              <a:gd name="connsiteY248" fmla="*/ 873835 h 1410656"/>
              <a:gd name="connsiteX249" fmla="*/ 4035051 w 5260975"/>
              <a:gd name="connsiteY249" fmla="*/ 873067 h 1410656"/>
              <a:gd name="connsiteX250" fmla="*/ 4099189 w 5260975"/>
              <a:gd name="connsiteY250" fmla="*/ 846664 h 1410656"/>
              <a:gd name="connsiteX251" fmla="*/ 4114647 w 5260975"/>
              <a:gd name="connsiteY251" fmla="*/ 840134 h 1410656"/>
              <a:gd name="connsiteX252" fmla="*/ 4133563 w 5260975"/>
              <a:gd name="connsiteY252" fmla="*/ 823427 h 1410656"/>
              <a:gd name="connsiteX253" fmla="*/ 4151039 w 5260975"/>
              <a:gd name="connsiteY253" fmla="*/ 776284 h 1410656"/>
              <a:gd name="connsiteX254" fmla="*/ 4171489 w 5260975"/>
              <a:gd name="connsiteY254" fmla="*/ 754776 h 1410656"/>
              <a:gd name="connsiteX255" fmla="*/ 4186372 w 5260975"/>
              <a:gd name="connsiteY255" fmla="*/ 741718 h 1410656"/>
              <a:gd name="connsiteX256" fmla="*/ 4199429 w 5260975"/>
              <a:gd name="connsiteY256" fmla="*/ 721940 h 1410656"/>
              <a:gd name="connsiteX257" fmla="*/ 4212487 w 5260975"/>
              <a:gd name="connsiteY257" fmla="*/ 674604 h 1410656"/>
              <a:gd name="connsiteX258" fmla="*/ 4232555 w 5260975"/>
              <a:gd name="connsiteY258" fmla="*/ 632645 h 1410656"/>
              <a:gd name="connsiteX259" fmla="*/ 4268657 w 5260975"/>
              <a:gd name="connsiteY259" fmla="*/ 609410 h 1410656"/>
              <a:gd name="connsiteX260" fmla="*/ 4291028 w 5260975"/>
              <a:gd name="connsiteY260" fmla="*/ 597216 h 1410656"/>
              <a:gd name="connsiteX261" fmla="*/ 4379651 w 5260975"/>
              <a:gd name="connsiteY261" fmla="*/ 609506 h 1410656"/>
              <a:gd name="connsiteX262" fmla="*/ 4440139 w 5260975"/>
              <a:gd name="connsiteY262" fmla="*/ 621507 h 1410656"/>
              <a:gd name="connsiteX263" fmla="*/ 4460015 w 5260975"/>
              <a:gd name="connsiteY263" fmla="*/ 616899 h 1410656"/>
              <a:gd name="connsiteX264" fmla="*/ 4516183 w 5260975"/>
              <a:gd name="connsiteY264" fmla="*/ 577724 h 1410656"/>
              <a:gd name="connsiteX265" fmla="*/ 4571681 w 5260975"/>
              <a:gd name="connsiteY265" fmla="*/ 560250 h 1410656"/>
              <a:gd name="connsiteX266" fmla="*/ 4613447 w 5260975"/>
              <a:gd name="connsiteY266" fmla="*/ 555257 h 1410656"/>
              <a:gd name="connsiteX267" fmla="*/ 4649355 w 5260975"/>
              <a:gd name="connsiteY267" fmla="*/ 551417 h 1410656"/>
              <a:gd name="connsiteX268" fmla="*/ 4692467 w 5260975"/>
              <a:gd name="connsiteY268" fmla="*/ 540663 h 1410656"/>
              <a:gd name="connsiteX269" fmla="*/ 4716855 w 5260975"/>
              <a:gd name="connsiteY269" fmla="*/ 528949 h 1410656"/>
              <a:gd name="connsiteX270" fmla="*/ 4755645 w 5260975"/>
              <a:gd name="connsiteY270" fmla="*/ 512147 h 1410656"/>
              <a:gd name="connsiteX271" fmla="*/ 4795395 w 5260975"/>
              <a:gd name="connsiteY271" fmla="*/ 490351 h 1410656"/>
              <a:gd name="connsiteX272" fmla="*/ 4825928 w 5260975"/>
              <a:gd name="connsiteY272" fmla="*/ 459818 h 1410656"/>
              <a:gd name="connsiteX273" fmla="*/ 4842347 w 5260975"/>
              <a:gd name="connsiteY273" fmla="*/ 434086 h 1410656"/>
              <a:gd name="connsiteX274" fmla="*/ 4890451 w 5260975"/>
              <a:gd name="connsiteY274" fmla="*/ 397216 h 1410656"/>
              <a:gd name="connsiteX275" fmla="*/ 4933945 w 5260975"/>
              <a:gd name="connsiteY275" fmla="*/ 327701 h 1410656"/>
              <a:gd name="connsiteX276" fmla="*/ 4961214 w 5260975"/>
              <a:gd name="connsiteY276" fmla="*/ 298801 h 1410656"/>
              <a:gd name="connsiteX277" fmla="*/ 4976672 w 5260975"/>
              <a:gd name="connsiteY277" fmla="*/ 290639 h 1410656"/>
              <a:gd name="connsiteX278" fmla="*/ 5002979 w 5260975"/>
              <a:gd name="connsiteY278" fmla="*/ 270573 h 1410656"/>
              <a:gd name="connsiteX279" fmla="*/ 5018535 w 5260975"/>
              <a:gd name="connsiteY279" fmla="*/ 255690 h 1410656"/>
              <a:gd name="connsiteX280" fmla="*/ 5061069 w 5260975"/>
              <a:gd name="connsiteY280" fmla="*/ 200961 h 1410656"/>
              <a:gd name="connsiteX281" fmla="*/ 5074127 w 5260975"/>
              <a:gd name="connsiteY281" fmla="*/ 184735 h 1410656"/>
              <a:gd name="connsiteX282" fmla="*/ 5101108 w 5260975"/>
              <a:gd name="connsiteY282" fmla="*/ 156891 h 1410656"/>
              <a:gd name="connsiteX283" fmla="*/ 5112918 w 5260975"/>
              <a:gd name="connsiteY283" fmla="*/ 148441 h 1410656"/>
              <a:gd name="connsiteX284" fmla="*/ 5133753 w 5260975"/>
              <a:gd name="connsiteY284" fmla="*/ 125782 h 1410656"/>
              <a:gd name="connsiteX285" fmla="*/ 5183393 w 5260975"/>
              <a:gd name="connsiteY285" fmla="*/ 66348 h 1410656"/>
              <a:gd name="connsiteX286" fmla="*/ 5204709 w 5260975"/>
              <a:gd name="connsiteY286" fmla="*/ 33030 h 1410656"/>
              <a:gd name="connsiteX287" fmla="*/ 5247243 w 5260975"/>
              <a:gd name="connsiteY287" fmla="*/ 8451 h 1410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</a:cxnLst>
            <a:rect l="l" t="t" r="r" b="b"/>
            <a:pathLst>
              <a:path w="5260975" h="1410656">
                <a:moveTo>
                  <a:pt x="5260975" y="0"/>
                </a:moveTo>
                <a:lnTo>
                  <a:pt x="5260975" y="221634"/>
                </a:lnTo>
                <a:lnTo>
                  <a:pt x="5226503" y="237063"/>
                </a:lnTo>
                <a:cubicBezTo>
                  <a:pt x="5219783" y="239848"/>
                  <a:pt x="5212389" y="241384"/>
                  <a:pt x="5206341" y="245128"/>
                </a:cubicBezTo>
                <a:cubicBezTo>
                  <a:pt x="5178495" y="262219"/>
                  <a:pt x="5151515" y="280654"/>
                  <a:pt x="5123287" y="297073"/>
                </a:cubicBezTo>
                <a:cubicBezTo>
                  <a:pt x="5094195" y="314067"/>
                  <a:pt x="5068175" y="334134"/>
                  <a:pt x="5048107" y="361307"/>
                </a:cubicBezTo>
                <a:cubicBezTo>
                  <a:pt x="5029480" y="386559"/>
                  <a:pt x="5011429" y="412194"/>
                  <a:pt x="4992899" y="437542"/>
                </a:cubicBezTo>
                <a:cubicBezTo>
                  <a:pt x="4988194" y="443975"/>
                  <a:pt x="4983873" y="451561"/>
                  <a:pt x="4977440" y="455690"/>
                </a:cubicBezTo>
                <a:cubicBezTo>
                  <a:pt x="4964094" y="464331"/>
                  <a:pt x="4949499" y="471340"/>
                  <a:pt x="4935193" y="478445"/>
                </a:cubicBezTo>
                <a:cubicBezTo>
                  <a:pt x="4922903" y="484494"/>
                  <a:pt x="4909845" y="489006"/>
                  <a:pt x="4897844" y="495535"/>
                </a:cubicBezTo>
                <a:cubicBezTo>
                  <a:pt x="4888243" y="500721"/>
                  <a:pt x="4879697" y="507922"/>
                  <a:pt x="4870767" y="514451"/>
                </a:cubicBezTo>
                <a:cubicBezTo>
                  <a:pt x="4862990" y="520115"/>
                  <a:pt x="4854445" y="525012"/>
                  <a:pt x="4847916" y="531830"/>
                </a:cubicBezTo>
                <a:cubicBezTo>
                  <a:pt x="4831977" y="548344"/>
                  <a:pt x="4815942" y="564571"/>
                  <a:pt x="4796163" y="576765"/>
                </a:cubicBezTo>
                <a:cubicBezTo>
                  <a:pt x="4776672" y="588862"/>
                  <a:pt x="4758237" y="602401"/>
                  <a:pt x="4738843" y="614691"/>
                </a:cubicBezTo>
                <a:cubicBezTo>
                  <a:pt x="4719831" y="626693"/>
                  <a:pt x="4702645" y="639846"/>
                  <a:pt x="4692755" y="661162"/>
                </a:cubicBezTo>
                <a:cubicBezTo>
                  <a:pt x="4688339" y="670571"/>
                  <a:pt x="4682097" y="680845"/>
                  <a:pt x="4673744" y="686318"/>
                </a:cubicBezTo>
                <a:cubicBezTo>
                  <a:pt x="4661838" y="694095"/>
                  <a:pt x="4646764" y="696880"/>
                  <a:pt x="4633801" y="703505"/>
                </a:cubicBezTo>
                <a:cubicBezTo>
                  <a:pt x="4618535" y="711282"/>
                  <a:pt x="4600869" y="718003"/>
                  <a:pt x="4590499" y="730389"/>
                </a:cubicBezTo>
                <a:cubicBezTo>
                  <a:pt x="4581281" y="741431"/>
                  <a:pt x="4571968" y="750072"/>
                  <a:pt x="4559773" y="757081"/>
                </a:cubicBezTo>
                <a:cubicBezTo>
                  <a:pt x="4551229" y="761978"/>
                  <a:pt x="4544892" y="770907"/>
                  <a:pt x="4536059" y="774940"/>
                </a:cubicBezTo>
                <a:cubicBezTo>
                  <a:pt x="4524441" y="780317"/>
                  <a:pt x="4512727" y="784542"/>
                  <a:pt x="4502549" y="792895"/>
                </a:cubicBezTo>
                <a:cubicBezTo>
                  <a:pt x="4491987" y="801536"/>
                  <a:pt x="4479986" y="808353"/>
                  <a:pt x="4468944" y="816419"/>
                </a:cubicBezTo>
                <a:cubicBezTo>
                  <a:pt x="4463087" y="820739"/>
                  <a:pt x="4458286" y="826404"/>
                  <a:pt x="4452622" y="830917"/>
                </a:cubicBezTo>
                <a:cubicBezTo>
                  <a:pt x="4442252" y="839174"/>
                  <a:pt x="4431690" y="847239"/>
                  <a:pt x="4421032" y="855016"/>
                </a:cubicBezTo>
                <a:cubicBezTo>
                  <a:pt x="4410375" y="862794"/>
                  <a:pt x="4400197" y="871819"/>
                  <a:pt x="4388483" y="877484"/>
                </a:cubicBezTo>
                <a:cubicBezTo>
                  <a:pt x="4368513" y="887086"/>
                  <a:pt x="4346717" y="892847"/>
                  <a:pt x="4327321" y="903216"/>
                </a:cubicBezTo>
                <a:cubicBezTo>
                  <a:pt x="4307639" y="913777"/>
                  <a:pt x="4289107" y="927028"/>
                  <a:pt x="4271633" y="941046"/>
                </a:cubicBezTo>
                <a:cubicBezTo>
                  <a:pt x="4257807" y="952088"/>
                  <a:pt x="4244845" y="963034"/>
                  <a:pt x="4227465" y="968698"/>
                </a:cubicBezTo>
                <a:cubicBezTo>
                  <a:pt x="4217768" y="971867"/>
                  <a:pt x="4207591" y="978780"/>
                  <a:pt x="4201733" y="986846"/>
                </a:cubicBezTo>
                <a:cubicBezTo>
                  <a:pt x="4189059" y="1004416"/>
                  <a:pt x="4172833" y="1016802"/>
                  <a:pt x="4154494" y="1027364"/>
                </a:cubicBezTo>
                <a:cubicBezTo>
                  <a:pt x="4130010" y="1041574"/>
                  <a:pt x="4105814" y="1056072"/>
                  <a:pt x="4081234" y="1069994"/>
                </a:cubicBezTo>
                <a:cubicBezTo>
                  <a:pt x="4066737" y="1078252"/>
                  <a:pt x="4052335" y="1086989"/>
                  <a:pt x="4036971" y="1093038"/>
                </a:cubicBezTo>
                <a:cubicBezTo>
                  <a:pt x="4005575" y="1105520"/>
                  <a:pt x="3973410" y="1116177"/>
                  <a:pt x="3941725" y="1127796"/>
                </a:cubicBezTo>
                <a:cubicBezTo>
                  <a:pt x="3931355" y="1131540"/>
                  <a:pt x="3921561" y="1136917"/>
                  <a:pt x="3910999" y="1140182"/>
                </a:cubicBezTo>
                <a:cubicBezTo>
                  <a:pt x="3899573" y="1143734"/>
                  <a:pt x="3887285" y="1144790"/>
                  <a:pt x="3875859" y="1148343"/>
                </a:cubicBezTo>
                <a:cubicBezTo>
                  <a:pt x="3856847" y="1154199"/>
                  <a:pt x="3838412" y="1161689"/>
                  <a:pt x="3819401" y="1167642"/>
                </a:cubicBezTo>
                <a:cubicBezTo>
                  <a:pt x="3782723" y="1179068"/>
                  <a:pt x="3745949" y="1190014"/>
                  <a:pt x="3709176" y="1200863"/>
                </a:cubicBezTo>
                <a:cubicBezTo>
                  <a:pt x="3701303" y="1203168"/>
                  <a:pt x="3692757" y="1203456"/>
                  <a:pt x="3684981" y="1205952"/>
                </a:cubicBezTo>
                <a:cubicBezTo>
                  <a:pt x="3664337" y="1212673"/>
                  <a:pt x="3643789" y="1219970"/>
                  <a:pt x="3623338" y="1227363"/>
                </a:cubicBezTo>
                <a:cubicBezTo>
                  <a:pt x="3610953" y="1231876"/>
                  <a:pt x="3598854" y="1237445"/>
                  <a:pt x="3586373" y="1241765"/>
                </a:cubicBezTo>
                <a:cubicBezTo>
                  <a:pt x="3576387" y="1245222"/>
                  <a:pt x="3566113" y="1247910"/>
                  <a:pt x="3555743" y="1250023"/>
                </a:cubicBezTo>
                <a:cubicBezTo>
                  <a:pt x="3546814" y="1251848"/>
                  <a:pt x="3537501" y="1251655"/>
                  <a:pt x="3528667" y="1253864"/>
                </a:cubicBezTo>
                <a:cubicBezTo>
                  <a:pt x="3504759" y="1259816"/>
                  <a:pt x="3481140" y="1266538"/>
                  <a:pt x="3457424" y="1272874"/>
                </a:cubicBezTo>
                <a:cubicBezTo>
                  <a:pt x="3447919" y="1275371"/>
                  <a:pt x="3438221" y="1277196"/>
                  <a:pt x="3429003" y="1280364"/>
                </a:cubicBezTo>
                <a:cubicBezTo>
                  <a:pt x="3404327" y="1288717"/>
                  <a:pt x="3380036" y="1298222"/>
                  <a:pt x="3355264" y="1306096"/>
                </a:cubicBezTo>
                <a:cubicBezTo>
                  <a:pt x="3334717" y="1312625"/>
                  <a:pt x="3313593" y="1317329"/>
                  <a:pt x="3292757" y="1323090"/>
                </a:cubicBezTo>
                <a:cubicBezTo>
                  <a:pt x="3283924" y="1325587"/>
                  <a:pt x="3275475" y="1329140"/>
                  <a:pt x="3266643" y="1331251"/>
                </a:cubicBezTo>
                <a:cubicBezTo>
                  <a:pt x="3246863" y="1336053"/>
                  <a:pt x="3226796" y="1340085"/>
                  <a:pt x="3206921" y="1344886"/>
                </a:cubicBezTo>
                <a:cubicBezTo>
                  <a:pt x="3195590" y="1347670"/>
                  <a:pt x="3184645" y="1352663"/>
                  <a:pt x="3173123" y="1354488"/>
                </a:cubicBezTo>
                <a:cubicBezTo>
                  <a:pt x="3145759" y="1358808"/>
                  <a:pt x="3118203" y="1361880"/>
                  <a:pt x="3090646" y="1365337"/>
                </a:cubicBezTo>
                <a:cubicBezTo>
                  <a:pt x="3062227" y="1368889"/>
                  <a:pt x="3033902" y="1372634"/>
                  <a:pt x="3005480" y="1375802"/>
                </a:cubicBezTo>
                <a:cubicBezTo>
                  <a:pt x="2989926" y="1377435"/>
                  <a:pt x="2974275" y="1377723"/>
                  <a:pt x="2958721" y="1379259"/>
                </a:cubicBezTo>
                <a:cubicBezTo>
                  <a:pt x="2945087" y="1380604"/>
                  <a:pt x="2931549" y="1383100"/>
                  <a:pt x="2917915" y="1384733"/>
                </a:cubicBezTo>
                <a:cubicBezTo>
                  <a:pt x="2906105" y="1386076"/>
                  <a:pt x="2894199" y="1386844"/>
                  <a:pt x="2882389" y="1388189"/>
                </a:cubicBezTo>
                <a:cubicBezTo>
                  <a:pt x="2863475" y="1390397"/>
                  <a:pt x="2844655" y="1392894"/>
                  <a:pt x="2825837" y="1395198"/>
                </a:cubicBezTo>
                <a:cubicBezTo>
                  <a:pt x="2817964" y="1396062"/>
                  <a:pt x="2809706" y="1398462"/>
                  <a:pt x="2802313" y="1397023"/>
                </a:cubicBezTo>
                <a:cubicBezTo>
                  <a:pt x="2783686" y="1393373"/>
                  <a:pt x="2765347" y="1394430"/>
                  <a:pt x="2746816" y="1396926"/>
                </a:cubicBezTo>
                <a:cubicBezTo>
                  <a:pt x="2740479" y="1397791"/>
                  <a:pt x="2733662" y="1397598"/>
                  <a:pt x="2727517" y="1395966"/>
                </a:cubicBezTo>
                <a:cubicBezTo>
                  <a:pt x="2714939" y="1392701"/>
                  <a:pt x="2702745" y="1388092"/>
                  <a:pt x="2690359" y="1384060"/>
                </a:cubicBezTo>
                <a:cubicBezTo>
                  <a:pt x="2689014" y="1383580"/>
                  <a:pt x="2687382" y="1383484"/>
                  <a:pt x="2685943" y="1383196"/>
                </a:cubicBezTo>
                <a:cubicBezTo>
                  <a:pt x="2677781" y="1381563"/>
                  <a:pt x="2669717" y="1379931"/>
                  <a:pt x="2661554" y="1378491"/>
                </a:cubicBezTo>
                <a:cubicBezTo>
                  <a:pt x="2657138" y="1377723"/>
                  <a:pt x="2652625" y="1377627"/>
                  <a:pt x="2648208" y="1376955"/>
                </a:cubicBezTo>
                <a:cubicBezTo>
                  <a:pt x="2631118" y="1374266"/>
                  <a:pt x="2612299" y="1378779"/>
                  <a:pt x="2597512" y="1367162"/>
                </a:cubicBezTo>
                <a:cubicBezTo>
                  <a:pt x="2587911" y="1359672"/>
                  <a:pt x="2578597" y="1361401"/>
                  <a:pt x="2568324" y="1362553"/>
                </a:cubicBezTo>
                <a:cubicBezTo>
                  <a:pt x="2560547" y="1363417"/>
                  <a:pt x="2552577" y="1363128"/>
                  <a:pt x="2544704" y="1363225"/>
                </a:cubicBezTo>
                <a:cubicBezTo>
                  <a:pt x="2530878" y="1363512"/>
                  <a:pt x="2517052" y="1363609"/>
                  <a:pt x="2503225" y="1364089"/>
                </a:cubicBezTo>
                <a:cubicBezTo>
                  <a:pt x="2498808" y="1364281"/>
                  <a:pt x="2494297" y="1366682"/>
                  <a:pt x="2489975" y="1366298"/>
                </a:cubicBezTo>
                <a:cubicBezTo>
                  <a:pt x="2470004" y="1364473"/>
                  <a:pt x="2450033" y="1361592"/>
                  <a:pt x="2430061" y="1359960"/>
                </a:cubicBezTo>
                <a:cubicBezTo>
                  <a:pt x="2418732" y="1359001"/>
                  <a:pt x="2407114" y="1360824"/>
                  <a:pt x="2395880" y="1359480"/>
                </a:cubicBezTo>
                <a:cubicBezTo>
                  <a:pt x="2382919" y="1357944"/>
                  <a:pt x="2370245" y="1354008"/>
                  <a:pt x="2357378" y="1351607"/>
                </a:cubicBezTo>
                <a:cubicBezTo>
                  <a:pt x="2353826" y="1350935"/>
                  <a:pt x="2349889" y="1351799"/>
                  <a:pt x="2346145" y="1351991"/>
                </a:cubicBezTo>
                <a:cubicBezTo>
                  <a:pt x="2341920" y="1352183"/>
                  <a:pt x="2337791" y="1352567"/>
                  <a:pt x="2333567" y="1352663"/>
                </a:cubicBezTo>
                <a:cubicBezTo>
                  <a:pt x="2320700" y="1352856"/>
                  <a:pt x="2307835" y="1352567"/>
                  <a:pt x="2294968" y="1353240"/>
                </a:cubicBezTo>
                <a:cubicBezTo>
                  <a:pt x="2287095" y="1353624"/>
                  <a:pt x="2278839" y="1357560"/>
                  <a:pt x="2271540" y="1356120"/>
                </a:cubicBezTo>
                <a:cubicBezTo>
                  <a:pt x="2256659" y="1353335"/>
                  <a:pt x="2241776" y="1359576"/>
                  <a:pt x="2226895" y="1354392"/>
                </a:cubicBezTo>
                <a:cubicBezTo>
                  <a:pt x="2222285" y="1352856"/>
                  <a:pt x="2215948" y="1356696"/>
                  <a:pt x="2210379" y="1356888"/>
                </a:cubicBezTo>
                <a:cubicBezTo>
                  <a:pt x="2196457" y="1357368"/>
                  <a:pt x="2182535" y="1357272"/>
                  <a:pt x="2168613" y="1357176"/>
                </a:cubicBezTo>
                <a:cubicBezTo>
                  <a:pt x="2156131" y="1357080"/>
                  <a:pt x="2143168" y="1358424"/>
                  <a:pt x="2131167" y="1355736"/>
                </a:cubicBezTo>
                <a:cubicBezTo>
                  <a:pt x="2118588" y="1352856"/>
                  <a:pt x="2107259" y="1353240"/>
                  <a:pt x="2095065" y="1356504"/>
                </a:cubicBezTo>
                <a:cubicBezTo>
                  <a:pt x="2086711" y="1358712"/>
                  <a:pt x="2077878" y="1359001"/>
                  <a:pt x="2069237" y="1359672"/>
                </a:cubicBezTo>
                <a:cubicBezTo>
                  <a:pt x="2059924" y="1360440"/>
                  <a:pt x="2049650" y="1358424"/>
                  <a:pt x="2041201" y="1361592"/>
                </a:cubicBezTo>
                <a:cubicBezTo>
                  <a:pt x="2016044" y="1371002"/>
                  <a:pt x="1990216" y="1373018"/>
                  <a:pt x="1963909" y="1373018"/>
                </a:cubicBezTo>
                <a:cubicBezTo>
                  <a:pt x="1959107" y="1373018"/>
                  <a:pt x="1954210" y="1371675"/>
                  <a:pt x="1949603" y="1370234"/>
                </a:cubicBezTo>
                <a:cubicBezTo>
                  <a:pt x="1922717" y="1361592"/>
                  <a:pt x="1895737" y="1362360"/>
                  <a:pt x="1868373" y="1367641"/>
                </a:cubicBezTo>
                <a:cubicBezTo>
                  <a:pt x="1862708" y="1368794"/>
                  <a:pt x="1856372" y="1368986"/>
                  <a:pt x="1850707" y="1367834"/>
                </a:cubicBezTo>
                <a:cubicBezTo>
                  <a:pt x="1834768" y="1364473"/>
                  <a:pt x="1819309" y="1358904"/>
                  <a:pt x="1803275" y="1356504"/>
                </a:cubicBezTo>
                <a:cubicBezTo>
                  <a:pt x="1776775" y="1352567"/>
                  <a:pt x="1753828" y="1365817"/>
                  <a:pt x="1730112" y="1374459"/>
                </a:cubicBezTo>
                <a:cubicBezTo>
                  <a:pt x="1707548" y="1382620"/>
                  <a:pt x="1688345" y="1401055"/>
                  <a:pt x="1661652" y="1396926"/>
                </a:cubicBezTo>
                <a:cubicBezTo>
                  <a:pt x="1658965" y="1396542"/>
                  <a:pt x="1655988" y="1399134"/>
                  <a:pt x="1653011" y="1399807"/>
                </a:cubicBezTo>
                <a:cubicBezTo>
                  <a:pt x="1644850" y="1401631"/>
                  <a:pt x="1636689" y="1403839"/>
                  <a:pt x="1628431" y="1404704"/>
                </a:cubicBezTo>
                <a:cubicBezTo>
                  <a:pt x="1618350" y="1405856"/>
                  <a:pt x="1608076" y="1405472"/>
                  <a:pt x="1597995" y="1406432"/>
                </a:cubicBezTo>
                <a:cubicBezTo>
                  <a:pt x="1585032" y="1407584"/>
                  <a:pt x="1572263" y="1410656"/>
                  <a:pt x="1559396" y="1410656"/>
                </a:cubicBezTo>
                <a:cubicBezTo>
                  <a:pt x="1549026" y="1410656"/>
                  <a:pt x="1538753" y="1407104"/>
                  <a:pt x="1528480" y="1405375"/>
                </a:cubicBezTo>
                <a:cubicBezTo>
                  <a:pt x="1513981" y="1402975"/>
                  <a:pt x="1498042" y="1403647"/>
                  <a:pt x="1485272" y="1397502"/>
                </a:cubicBezTo>
                <a:cubicBezTo>
                  <a:pt x="1471639" y="1390973"/>
                  <a:pt x="1458676" y="1387997"/>
                  <a:pt x="1444562" y="1390013"/>
                </a:cubicBezTo>
                <a:cubicBezTo>
                  <a:pt x="1439857" y="1390685"/>
                  <a:pt x="1433808" y="1394718"/>
                  <a:pt x="1431696" y="1398846"/>
                </a:cubicBezTo>
                <a:cubicBezTo>
                  <a:pt x="1426991" y="1408064"/>
                  <a:pt x="1420559" y="1409697"/>
                  <a:pt x="1411821" y="1406527"/>
                </a:cubicBezTo>
                <a:cubicBezTo>
                  <a:pt x="1404236" y="1403839"/>
                  <a:pt x="1394922" y="1402495"/>
                  <a:pt x="1389738" y="1397310"/>
                </a:cubicBezTo>
                <a:cubicBezTo>
                  <a:pt x="1375047" y="1382620"/>
                  <a:pt x="1356324" y="1382140"/>
                  <a:pt x="1338081" y="1378204"/>
                </a:cubicBezTo>
                <a:cubicBezTo>
                  <a:pt x="1326945" y="1375802"/>
                  <a:pt x="1316574" y="1375707"/>
                  <a:pt x="1305436" y="1377339"/>
                </a:cubicBezTo>
                <a:cubicBezTo>
                  <a:pt x="1281241" y="1380988"/>
                  <a:pt x="1257717" y="1375802"/>
                  <a:pt x="1234481" y="1369178"/>
                </a:cubicBezTo>
                <a:cubicBezTo>
                  <a:pt x="1219118" y="1364761"/>
                  <a:pt x="1203372" y="1362073"/>
                  <a:pt x="1188106" y="1357560"/>
                </a:cubicBezTo>
                <a:cubicBezTo>
                  <a:pt x="1176680" y="1354104"/>
                  <a:pt x="1165255" y="1349975"/>
                  <a:pt x="1154790" y="1344406"/>
                </a:cubicBezTo>
                <a:cubicBezTo>
                  <a:pt x="1139618" y="1336244"/>
                  <a:pt x="1126369" y="1323954"/>
                  <a:pt x="1107069" y="1327219"/>
                </a:cubicBezTo>
                <a:cubicBezTo>
                  <a:pt x="1090074" y="1330099"/>
                  <a:pt x="1074713" y="1324051"/>
                  <a:pt x="1059158" y="1318290"/>
                </a:cubicBezTo>
                <a:cubicBezTo>
                  <a:pt x="1047732" y="1314065"/>
                  <a:pt x="1036308" y="1309744"/>
                  <a:pt x="1024496" y="1307056"/>
                </a:cubicBezTo>
                <a:cubicBezTo>
                  <a:pt x="1010478" y="1303887"/>
                  <a:pt x="994635" y="1305232"/>
                  <a:pt x="982153" y="1299374"/>
                </a:cubicBezTo>
                <a:cubicBezTo>
                  <a:pt x="969095" y="1293229"/>
                  <a:pt x="958246" y="1297358"/>
                  <a:pt x="946628" y="1299087"/>
                </a:cubicBezTo>
                <a:cubicBezTo>
                  <a:pt x="928097" y="1301775"/>
                  <a:pt x="909661" y="1306768"/>
                  <a:pt x="890939" y="1300431"/>
                </a:cubicBezTo>
                <a:cubicBezTo>
                  <a:pt x="868184" y="1292750"/>
                  <a:pt x="845620" y="1284493"/>
                  <a:pt x="822769" y="1277196"/>
                </a:cubicBezTo>
                <a:cubicBezTo>
                  <a:pt x="813934" y="1274410"/>
                  <a:pt x="804431" y="1273258"/>
                  <a:pt x="795212" y="1272010"/>
                </a:cubicBezTo>
                <a:cubicBezTo>
                  <a:pt x="786476" y="1270954"/>
                  <a:pt x="776010" y="1273642"/>
                  <a:pt x="769288" y="1269610"/>
                </a:cubicBezTo>
                <a:cubicBezTo>
                  <a:pt x="752005" y="1259241"/>
                  <a:pt x="734243" y="1254152"/>
                  <a:pt x="714271" y="1254152"/>
                </a:cubicBezTo>
                <a:cubicBezTo>
                  <a:pt x="706781" y="1254152"/>
                  <a:pt x="699484" y="1249831"/>
                  <a:pt x="691900" y="1249062"/>
                </a:cubicBezTo>
                <a:cubicBezTo>
                  <a:pt x="681529" y="1248103"/>
                  <a:pt x="669623" y="1245510"/>
                  <a:pt x="660598" y="1249159"/>
                </a:cubicBezTo>
                <a:cubicBezTo>
                  <a:pt x="639379" y="1257800"/>
                  <a:pt x="622193" y="1250599"/>
                  <a:pt x="603662" y="1242054"/>
                </a:cubicBezTo>
                <a:cubicBezTo>
                  <a:pt x="585418" y="1233604"/>
                  <a:pt x="566215" y="1226884"/>
                  <a:pt x="546821" y="1221314"/>
                </a:cubicBezTo>
                <a:cubicBezTo>
                  <a:pt x="539524" y="1219298"/>
                  <a:pt x="530787" y="1222659"/>
                  <a:pt x="522721" y="1223330"/>
                </a:cubicBezTo>
                <a:cubicBezTo>
                  <a:pt x="519840" y="1223523"/>
                  <a:pt x="516671" y="1223811"/>
                  <a:pt x="514080" y="1222851"/>
                </a:cubicBezTo>
                <a:cubicBezTo>
                  <a:pt x="489020" y="1213633"/>
                  <a:pt x="463575" y="1206624"/>
                  <a:pt x="436404" y="1211424"/>
                </a:cubicBezTo>
                <a:cubicBezTo>
                  <a:pt x="433908" y="1211905"/>
                  <a:pt x="431123" y="1210849"/>
                  <a:pt x="428626" y="1210177"/>
                </a:cubicBezTo>
                <a:cubicBezTo>
                  <a:pt x="416432" y="1206720"/>
                  <a:pt x="404526" y="1201247"/>
                  <a:pt x="392141" y="1199999"/>
                </a:cubicBezTo>
                <a:cubicBezTo>
                  <a:pt x="361608" y="1196927"/>
                  <a:pt x="330884" y="1195678"/>
                  <a:pt x="300157" y="1193662"/>
                </a:cubicBezTo>
                <a:cubicBezTo>
                  <a:pt x="298237" y="1193566"/>
                  <a:pt x="296221" y="1193566"/>
                  <a:pt x="294493" y="1192894"/>
                </a:cubicBezTo>
                <a:cubicBezTo>
                  <a:pt x="283163" y="1188765"/>
                  <a:pt x="273274" y="1190110"/>
                  <a:pt x="263671" y="1197982"/>
                </a:cubicBezTo>
                <a:cubicBezTo>
                  <a:pt x="259447" y="1201439"/>
                  <a:pt x="253686" y="1203263"/>
                  <a:pt x="248406" y="1205184"/>
                </a:cubicBezTo>
                <a:cubicBezTo>
                  <a:pt x="240628" y="1208065"/>
                  <a:pt x="232659" y="1210849"/>
                  <a:pt x="224594" y="1212673"/>
                </a:cubicBezTo>
                <a:cubicBezTo>
                  <a:pt x="216624" y="1214401"/>
                  <a:pt x="208079" y="1216801"/>
                  <a:pt x="200398" y="1215458"/>
                </a:cubicBezTo>
                <a:cubicBezTo>
                  <a:pt x="186572" y="1213057"/>
                  <a:pt x="173417" y="1207681"/>
                  <a:pt x="159783" y="1204127"/>
                </a:cubicBezTo>
                <a:cubicBezTo>
                  <a:pt x="155079" y="1202879"/>
                  <a:pt x="149893" y="1203072"/>
                  <a:pt x="144997" y="1202975"/>
                </a:cubicBezTo>
                <a:cubicBezTo>
                  <a:pt x="133763" y="1202688"/>
                  <a:pt x="122241" y="1205472"/>
                  <a:pt x="112064" y="1197503"/>
                </a:cubicBezTo>
                <a:cubicBezTo>
                  <a:pt x="102655" y="1190014"/>
                  <a:pt x="93148" y="1192221"/>
                  <a:pt x="83259" y="1197887"/>
                </a:cubicBezTo>
                <a:cubicBezTo>
                  <a:pt x="76154" y="1201920"/>
                  <a:pt x="68090" y="1205088"/>
                  <a:pt x="60120" y="1206624"/>
                </a:cubicBezTo>
                <a:cubicBezTo>
                  <a:pt x="49174" y="1208736"/>
                  <a:pt x="38324" y="1209601"/>
                  <a:pt x="26514" y="1208352"/>
                </a:cubicBezTo>
                <a:cubicBezTo>
                  <a:pt x="18161" y="1207488"/>
                  <a:pt x="11343" y="1207104"/>
                  <a:pt x="4814" y="1202015"/>
                </a:cubicBezTo>
                <a:cubicBezTo>
                  <a:pt x="3759" y="1201247"/>
                  <a:pt x="1839" y="1201055"/>
                  <a:pt x="398" y="1201152"/>
                </a:cubicBezTo>
                <a:lnTo>
                  <a:pt x="0" y="1201150"/>
                </a:lnTo>
                <a:lnTo>
                  <a:pt x="0" y="1004512"/>
                </a:lnTo>
                <a:lnTo>
                  <a:pt x="30355" y="1002784"/>
                </a:lnTo>
                <a:cubicBezTo>
                  <a:pt x="37748" y="1002111"/>
                  <a:pt x="44853" y="999520"/>
                  <a:pt x="52151" y="997695"/>
                </a:cubicBezTo>
                <a:cubicBezTo>
                  <a:pt x="56183" y="996639"/>
                  <a:pt x="60504" y="993855"/>
                  <a:pt x="64248" y="994430"/>
                </a:cubicBezTo>
                <a:cubicBezTo>
                  <a:pt x="85948" y="997791"/>
                  <a:pt x="105823" y="989534"/>
                  <a:pt x="126370" y="985405"/>
                </a:cubicBezTo>
                <a:cubicBezTo>
                  <a:pt x="135876" y="983485"/>
                  <a:pt x="144805" y="978876"/>
                  <a:pt x="154022" y="975708"/>
                </a:cubicBezTo>
                <a:cubicBezTo>
                  <a:pt x="156423" y="974843"/>
                  <a:pt x="159111" y="974075"/>
                  <a:pt x="161512" y="974268"/>
                </a:cubicBezTo>
                <a:cubicBezTo>
                  <a:pt x="175242" y="975420"/>
                  <a:pt x="188876" y="977052"/>
                  <a:pt x="202510" y="978300"/>
                </a:cubicBezTo>
                <a:cubicBezTo>
                  <a:pt x="214896" y="979452"/>
                  <a:pt x="227378" y="979836"/>
                  <a:pt x="233235" y="993950"/>
                </a:cubicBezTo>
                <a:cubicBezTo>
                  <a:pt x="234100" y="996159"/>
                  <a:pt x="236979" y="997791"/>
                  <a:pt x="239188" y="999231"/>
                </a:cubicBezTo>
                <a:cubicBezTo>
                  <a:pt x="273274" y="1021411"/>
                  <a:pt x="291516" y="1020835"/>
                  <a:pt x="324834" y="997407"/>
                </a:cubicBezTo>
                <a:cubicBezTo>
                  <a:pt x="328290" y="995007"/>
                  <a:pt x="335683" y="993278"/>
                  <a:pt x="337987" y="995198"/>
                </a:cubicBezTo>
                <a:cubicBezTo>
                  <a:pt x="357575" y="1011137"/>
                  <a:pt x="378986" y="1009409"/>
                  <a:pt x="401550" y="1004416"/>
                </a:cubicBezTo>
                <a:cubicBezTo>
                  <a:pt x="407407" y="1003072"/>
                  <a:pt x="415664" y="1003072"/>
                  <a:pt x="420081" y="1006240"/>
                </a:cubicBezTo>
                <a:cubicBezTo>
                  <a:pt x="441108" y="1020930"/>
                  <a:pt x="463672" y="1018819"/>
                  <a:pt x="486523" y="1014498"/>
                </a:cubicBezTo>
                <a:cubicBezTo>
                  <a:pt x="490075" y="1013826"/>
                  <a:pt x="494397" y="1010177"/>
                  <a:pt x="495932" y="1006817"/>
                </a:cubicBezTo>
                <a:cubicBezTo>
                  <a:pt x="501406" y="994911"/>
                  <a:pt x="511680" y="990878"/>
                  <a:pt x="523009" y="987517"/>
                </a:cubicBezTo>
                <a:cubicBezTo>
                  <a:pt x="540868" y="982044"/>
                  <a:pt x="558438" y="975611"/>
                  <a:pt x="576393" y="970427"/>
                </a:cubicBezTo>
                <a:cubicBezTo>
                  <a:pt x="580811" y="969179"/>
                  <a:pt x="586283" y="969947"/>
                  <a:pt x="590892" y="971387"/>
                </a:cubicBezTo>
                <a:cubicBezTo>
                  <a:pt x="606638" y="976284"/>
                  <a:pt x="616624" y="988574"/>
                  <a:pt x="627569" y="999904"/>
                </a:cubicBezTo>
                <a:cubicBezTo>
                  <a:pt x="632370" y="1004897"/>
                  <a:pt x="638995" y="1008449"/>
                  <a:pt x="645429" y="1011329"/>
                </a:cubicBezTo>
                <a:cubicBezTo>
                  <a:pt x="662135" y="1018723"/>
                  <a:pt x="679226" y="1025348"/>
                  <a:pt x="696125" y="1032356"/>
                </a:cubicBezTo>
                <a:cubicBezTo>
                  <a:pt x="697757" y="1033029"/>
                  <a:pt x="699100" y="1034757"/>
                  <a:pt x="700349" y="1036197"/>
                </a:cubicBezTo>
                <a:cubicBezTo>
                  <a:pt x="712831" y="1051368"/>
                  <a:pt x="725216" y="1066634"/>
                  <a:pt x="737795" y="1081804"/>
                </a:cubicBezTo>
                <a:cubicBezTo>
                  <a:pt x="740195" y="1084684"/>
                  <a:pt x="743652" y="1086797"/>
                  <a:pt x="746244" y="1089581"/>
                </a:cubicBezTo>
                <a:cubicBezTo>
                  <a:pt x="749893" y="1093422"/>
                  <a:pt x="754502" y="1097071"/>
                  <a:pt x="756422" y="1101680"/>
                </a:cubicBezTo>
                <a:cubicBezTo>
                  <a:pt x="762374" y="1116177"/>
                  <a:pt x="773801" y="1122419"/>
                  <a:pt x="788202" y="1125108"/>
                </a:cubicBezTo>
                <a:cubicBezTo>
                  <a:pt x="801357" y="1127603"/>
                  <a:pt x="814511" y="1129716"/>
                  <a:pt x="827569" y="1132596"/>
                </a:cubicBezTo>
                <a:cubicBezTo>
                  <a:pt x="843507" y="1136053"/>
                  <a:pt x="859350" y="1139798"/>
                  <a:pt x="875097" y="1144022"/>
                </a:cubicBezTo>
                <a:cubicBezTo>
                  <a:pt x="881913" y="1145847"/>
                  <a:pt x="889115" y="1147959"/>
                  <a:pt x="894972" y="1151704"/>
                </a:cubicBezTo>
                <a:cubicBezTo>
                  <a:pt x="911390" y="1162073"/>
                  <a:pt x="928961" y="1169082"/>
                  <a:pt x="948260" y="1166298"/>
                </a:cubicBezTo>
                <a:cubicBezTo>
                  <a:pt x="963718" y="1164089"/>
                  <a:pt x="976680" y="1169754"/>
                  <a:pt x="986282" y="1178588"/>
                </a:cubicBezTo>
                <a:cubicBezTo>
                  <a:pt x="1003757" y="1194623"/>
                  <a:pt x="1022479" y="1190973"/>
                  <a:pt x="1041107" y="1185789"/>
                </a:cubicBezTo>
                <a:cubicBezTo>
                  <a:pt x="1050708" y="1183101"/>
                  <a:pt x="1058581" y="1183485"/>
                  <a:pt x="1067703" y="1186076"/>
                </a:cubicBezTo>
                <a:cubicBezTo>
                  <a:pt x="1088826" y="1192126"/>
                  <a:pt x="1102941" y="1208544"/>
                  <a:pt x="1116574" y="1222946"/>
                </a:cubicBezTo>
                <a:cubicBezTo>
                  <a:pt x="1128193" y="1235236"/>
                  <a:pt x="1141251" y="1242149"/>
                  <a:pt x="1155557" y="1247335"/>
                </a:cubicBezTo>
                <a:cubicBezTo>
                  <a:pt x="1173608" y="1253959"/>
                  <a:pt x="1187914" y="1251464"/>
                  <a:pt x="1196556" y="1235525"/>
                </a:cubicBezTo>
                <a:cubicBezTo>
                  <a:pt x="1198956" y="1231012"/>
                  <a:pt x="1203180" y="1225730"/>
                  <a:pt x="1207693" y="1224387"/>
                </a:cubicBezTo>
                <a:cubicBezTo>
                  <a:pt x="1229488" y="1217666"/>
                  <a:pt x="1251572" y="1207872"/>
                  <a:pt x="1274904" y="1213826"/>
                </a:cubicBezTo>
                <a:cubicBezTo>
                  <a:pt x="1307165" y="1221987"/>
                  <a:pt x="1338658" y="1221507"/>
                  <a:pt x="1370919" y="1213442"/>
                </a:cubicBezTo>
                <a:cubicBezTo>
                  <a:pt x="1423247" y="1200383"/>
                  <a:pt x="1475575" y="1186557"/>
                  <a:pt x="1530593" y="1189437"/>
                </a:cubicBezTo>
                <a:cubicBezTo>
                  <a:pt x="1539713" y="1189917"/>
                  <a:pt x="1550563" y="1184060"/>
                  <a:pt x="1558436" y="1178299"/>
                </a:cubicBezTo>
                <a:cubicBezTo>
                  <a:pt x="1573511" y="1167354"/>
                  <a:pt x="1572838" y="1166489"/>
                  <a:pt x="1589737" y="1175515"/>
                </a:cubicBezTo>
                <a:cubicBezTo>
                  <a:pt x="1593770" y="1177724"/>
                  <a:pt x="1598763" y="1179068"/>
                  <a:pt x="1601740" y="1182333"/>
                </a:cubicBezTo>
                <a:cubicBezTo>
                  <a:pt x="1616909" y="1198943"/>
                  <a:pt x="1635633" y="1194910"/>
                  <a:pt x="1654259" y="1192510"/>
                </a:cubicBezTo>
                <a:cubicBezTo>
                  <a:pt x="1657524" y="1192030"/>
                  <a:pt x="1661460" y="1191358"/>
                  <a:pt x="1664246" y="1192702"/>
                </a:cubicBezTo>
                <a:cubicBezTo>
                  <a:pt x="1676823" y="1198750"/>
                  <a:pt x="1687481" y="1196639"/>
                  <a:pt x="1698427" y="1188381"/>
                </a:cubicBezTo>
                <a:cubicBezTo>
                  <a:pt x="1707932" y="1181276"/>
                  <a:pt x="1718878" y="1177052"/>
                  <a:pt x="1730112" y="1185885"/>
                </a:cubicBezTo>
                <a:cubicBezTo>
                  <a:pt x="1755076" y="1205472"/>
                  <a:pt x="1781767" y="1206432"/>
                  <a:pt x="1809996" y="1194046"/>
                </a:cubicBezTo>
                <a:cubicBezTo>
                  <a:pt x="1830159" y="1185213"/>
                  <a:pt x="1850034" y="1183196"/>
                  <a:pt x="1871254" y="1192126"/>
                </a:cubicBezTo>
                <a:cubicBezTo>
                  <a:pt x="1879415" y="1195582"/>
                  <a:pt x="1889977" y="1193278"/>
                  <a:pt x="1899482" y="1194046"/>
                </a:cubicBezTo>
                <a:cubicBezTo>
                  <a:pt x="1904859" y="1194430"/>
                  <a:pt x="1910813" y="1194526"/>
                  <a:pt x="1915420" y="1196927"/>
                </a:cubicBezTo>
                <a:cubicBezTo>
                  <a:pt x="1927711" y="1203072"/>
                  <a:pt x="1939136" y="1210945"/>
                  <a:pt x="1951522" y="1216994"/>
                </a:cubicBezTo>
                <a:cubicBezTo>
                  <a:pt x="1957475" y="1219874"/>
                  <a:pt x="1964580" y="1221410"/>
                  <a:pt x="1971302" y="1221507"/>
                </a:cubicBezTo>
                <a:cubicBezTo>
                  <a:pt x="1991177" y="1221987"/>
                  <a:pt x="2011052" y="1221987"/>
                  <a:pt x="2030831" y="1221123"/>
                </a:cubicBezTo>
                <a:cubicBezTo>
                  <a:pt x="2063476" y="1219778"/>
                  <a:pt x="2096601" y="1219490"/>
                  <a:pt x="2120125" y="1190878"/>
                </a:cubicBezTo>
                <a:cubicBezTo>
                  <a:pt x="2122046" y="1188573"/>
                  <a:pt x="2126174" y="1187229"/>
                  <a:pt x="2129439" y="1186845"/>
                </a:cubicBezTo>
                <a:cubicBezTo>
                  <a:pt x="2144513" y="1185021"/>
                  <a:pt x="2159971" y="1184828"/>
                  <a:pt x="2174854" y="1181852"/>
                </a:cubicBezTo>
                <a:cubicBezTo>
                  <a:pt x="2186760" y="1179452"/>
                  <a:pt x="2196650" y="1180220"/>
                  <a:pt x="2205674" y="1188669"/>
                </a:cubicBezTo>
                <a:cubicBezTo>
                  <a:pt x="2217485" y="1199807"/>
                  <a:pt x="2231887" y="1206336"/>
                  <a:pt x="2247634" y="1202784"/>
                </a:cubicBezTo>
                <a:cubicBezTo>
                  <a:pt x="2263379" y="1199327"/>
                  <a:pt x="2273749" y="1206816"/>
                  <a:pt x="2285367" y="1214594"/>
                </a:cubicBezTo>
                <a:cubicBezTo>
                  <a:pt x="2293817" y="1220258"/>
                  <a:pt x="2303418" y="1227363"/>
                  <a:pt x="2312827" y="1227939"/>
                </a:cubicBezTo>
                <a:cubicBezTo>
                  <a:pt x="2334143" y="1229187"/>
                  <a:pt x="2352482" y="1248967"/>
                  <a:pt x="2375622" y="1237733"/>
                </a:cubicBezTo>
                <a:cubicBezTo>
                  <a:pt x="2377158" y="1236965"/>
                  <a:pt x="2379942" y="1238885"/>
                  <a:pt x="2382151" y="1239365"/>
                </a:cubicBezTo>
                <a:cubicBezTo>
                  <a:pt x="2399817" y="1243014"/>
                  <a:pt x="2416428" y="1239461"/>
                  <a:pt x="2429390" y="1227459"/>
                </a:cubicBezTo>
                <a:cubicBezTo>
                  <a:pt x="2446385" y="1211809"/>
                  <a:pt x="2465203" y="1210272"/>
                  <a:pt x="2486134" y="1215362"/>
                </a:cubicBezTo>
                <a:cubicBezTo>
                  <a:pt x="2492856" y="1216994"/>
                  <a:pt x="2499577" y="1218146"/>
                  <a:pt x="2506394" y="1219490"/>
                </a:cubicBezTo>
                <a:cubicBezTo>
                  <a:pt x="2515611" y="1221410"/>
                  <a:pt x="2524925" y="1223427"/>
                  <a:pt x="2534142" y="1225347"/>
                </a:cubicBezTo>
                <a:cubicBezTo>
                  <a:pt x="2543072" y="1227268"/>
                  <a:pt x="2552962" y="1230532"/>
                  <a:pt x="2559874" y="1222275"/>
                </a:cubicBezTo>
                <a:cubicBezTo>
                  <a:pt x="2565827" y="1215169"/>
                  <a:pt x="2570052" y="1215842"/>
                  <a:pt x="2575525" y="1221987"/>
                </a:cubicBezTo>
                <a:cubicBezTo>
                  <a:pt x="2594536" y="1243494"/>
                  <a:pt x="2617580" y="1256936"/>
                  <a:pt x="2646960" y="1257896"/>
                </a:cubicBezTo>
                <a:cubicBezTo>
                  <a:pt x="2653009" y="1258088"/>
                  <a:pt x="2659154" y="1259432"/>
                  <a:pt x="2665107" y="1260873"/>
                </a:cubicBezTo>
                <a:cubicBezTo>
                  <a:pt x="2668756" y="1261736"/>
                  <a:pt x="2673173" y="1262697"/>
                  <a:pt x="2675381" y="1265290"/>
                </a:cubicBezTo>
                <a:cubicBezTo>
                  <a:pt x="2692567" y="1285068"/>
                  <a:pt x="2713979" y="1298799"/>
                  <a:pt x="2737311" y="1309841"/>
                </a:cubicBezTo>
                <a:cubicBezTo>
                  <a:pt x="2745664" y="1313777"/>
                  <a:pt x="2754594" y="1317713"/>
                  <a:pt x="2763619" y="1318866"/>
                </a:cubicBezTo>
                <a:cubicBezTo>
                  <a:pt x="2773028" y="1320018"/>
                  <a:pt x="2782917" y="1318098"/>
                  <a:pt x="2792519" y="1317041"/>
                </a:cubicBezTo>
                <a:cubicBezTo>
                  <a:pt x="2798184" y="1316466"/>
                  <a:pt x="2804713" y="1316561"/>
                  <a:pt x="2809226" y="1313777"/>
                </a:cubicBezTo>
                <a:cubicBezTo>
                  <a:pt x="2823532" y="1305039"/>
                  <a:pt x="2837358" y="1295631"/>
                  <a:pt x="2850705" y="1285452"/>
                </a:cubicBezTo>
                <a:cubicBezTo>
                  <a:pt x="2862131" y="1276715"/>
                  <a:pt x="2864435" y="1275467"/>
                  <a:pt x="2874324" y="1286413"/>
                </a:cubicBezTo>
                <a:cubicBezTo>
                  <a:pt x="2884502" y="1297647"/>
                  <a:pt x="2897176" y="1303503"/>
                  <a:pt x="2911194" y="1305903"/>
                </a:cubicBezTo>
                <a:cubicBezTo>
                  <a:pt x="2933373" y="1309648"/>
                  <a:pt x="2955745" y="1312816"/>
                  <a:pt x="2978116" y="1314641"/>
                </a:cubicBezTo>
                <a:cubicBezTo>
                  <a:pt x="2998375" y="1316273"/>
                  <a:pt x="3008073" y="1307440"/>
                  <a:pt x="3012106" y="1287373"/>
                </a:cubicBezTo>
                <a:cubicBezTo>
                  <a:pt x="3014410" y="1276235"/>
                  <a:pt x="3017387" y="1264137"/>
                  <a:pt x="3029676" y="1261161"/>
                </a:cubicBezTo>
                <a:cubicBezTo>
                  <a:pt x="3049744" y="1256360"/>
                  <a:pt x="3070579" y="1254248"/>
                  <a:pt x="3080469" y="1230724"/>
                </a:cubicBezTo>
                <a:cubicBezTo>
                  <a:pt x="3085941" y="1235909"/>
                  <a:pt x="3089302" y="1238981"/>
                  <a:pt x="3092567" y="1242054"/>
                </a:cubicBezTo>
                <a:cubicBezTo>
                  <a:pt x="3101592" y="1250599"/>
                  <a:pt x="3120314" y="1254248"/>
                  <a:pt x="3129821" y="1246855"/>
                </a:cubicBezTo>
                <a:cubicBezTo>
                  <a:pt x="3143839" y="1236101"/>
                  <a:pt x="3156705" y="1238117"/>
                  <a:pt x="3170147" y="1246471"/>
                </a:cubicBezTo>
                <a:cubicBezTo>
                  <a:pt x="3192615" y="1260297"/>
                  <a:pt x="3217674" y="1257128"/>
                  <a:pt x="3240429" y="1251559"/>
                </a:cubicBezTo>
                <a:cubicBezTo>
                  <a:pt x="3257617" y="1247430"/>
                  <a:pt x="3275956" y="1239845"/>
                  <a:pt x="3287189" y="1222466"/>
                </a:cubicBezTo>
                <a:cubicBezTo>
                  <a:pt x="3290741" y="1216898"/>
                  <a:pt x="3298711" y="1214113"/>
                  <a:pt x="3305049" y="1210465"/>
                </a:cubicBezTo>
                <a:cubicBezTo>
                  <a:pt x="3310329" y="1207488"/>
                  <a:pt x="3315898" y="1204704"/>
                  <a:pt x="3321755" y="1202784"/>
                </a:cubicBezTo>
                <a:cubicBezTo>
                  <a:pt x="3327995" y="1200671"/>
                  <a:pt x="3334909" y="1197598"/>
                  <a:pt x="3341055" y="1198463"/>
                </a:cubicBezTo>
                <a:cubicBezTo>
                  <a:pt x="3359681" y="1200959"/>
                  <a:pt x="3374467" y="1196062"/>
                  <a:pt x="3387621" y="1182140"/>
                </a:cubicBezTo>
                <a:cubicBezTo>
                  <a:pt x="3394439" y="1174939"/>
                  <a:pt x="3404520" y="1166202"/>
                  <a:pt x="3413161" y="1166105"/>
                </a:cubicBezTo>
                <a:cubicBezTo>
                  <a:pt x="3434189" y="1165818"/>
                  <a:pt x="3451663" y="1158905"/>
                  <a:pt x="3470579" y="1150647"/>
                </a:cubicBezTo>
                <a:cubicBezTo>
                  <a:pt x="3482772" y="1145366"/>
                  <a:pt x="3496598" y="1141718"/>
                  <a:pt x="3509657" y="1136821"/>
                </a:cubicBezTo>
                <a:cubicBezTo>
                  <a:pt x="3524923" y="1131060"/>
                  <a:pt x="3541534" y="1128948"/>
                  <a:pt x="3550847" y="1113009"/>
                </a:cubicBezTo>
                <a:cubicBezTo>
                  <a:pt x="3551903" y="1111281"/>
                  <a:pt x="3555072" y="1110993"/>
                  <a:pt x="3556608" y="1109361"/>
                </a:cubicBezTo>
                <a:cubicBezTo>
                  <a:pt x="3561505" y="1104368"/>
                  <a:pt x="3567842" y="1099760"/>
                  <a:pt x="3570435" y="1093710"/>
                </a:cubicBezTo>
                <a:cubicBezTo>
                  <a:pt x="3577923" y="1076044"/>
                  <a:pt x="3583780" y="1057800"/>
                  <a:pt x="3590501" y="1039846"/>
                </a:cubicBezTo>
                <a:cubicBezTo>
                  <a:pt x="3591942" y="1036005"/>
                  <a:pt x="3593285" y="1031108"/>
                  <a:pt x="3596263" y="1028900"/>
                </a:cubicBezTo>
                <a:cubicBezTo>
                  <a:pt x="3613449" y="1016226"/>
                  <a:pt x="3630925" y="1004032"/>
                  <a:pt x="3648591" y="992030"/>
                </a:cubicBezTo>
                <a:cubicBezTo>
                  <a:pt x="3655696" y="987229"/>
                  <a:pt x="3661649" y="989918"/>
                  <a:pt x="3667986" y="995487"/>
                </a:cubicBezTo>
                <a:cubicBezTo>
                  <a:pt x="3674131" y="1000768"/>
                  <a:pt x="3681717" y="1006240"/>
                  <a:pt x="3689397" y="1007585"/>
                </a:cubicBezTo>
                <a:cubicBezTo>
                  <a:pt x="3704760" y="1010177"/>
                  <a:pt x="3720698" y="1010753"/>
                  <a:pt x="3736349" y="1010753"/>
                </a:cubicBezTo>
                <a:cubicBezTo>
                  <a:pt x="3742205" y="1010753"/>
                  <a:pt x="3748446" y="1007297"/>
                  <a:pt x="3753919" y="1004513"/>
                </a:cubicBezTo>
                <a:cubicBezTo>
                  <a:pt x="3764289" y="999231"/>
                  <a:pt x="3773890" y="992126"/>
                  <a:pt x="3784643" y="987710"/>
                </a:cubicBezTo>
                <a:cubicBezTo>
                  <a:pt x="3797126" y="982621"/>
                  <a:pt x="3804615" y="974459"/>
                  <a:pt x="3808359" y="961689"/>
                </a:cubicBezTo>
                <a:cubicBezTo>
                  <a:pt x="3813929" y="942679"/>
                  <a:pt x="3827179" y="929428"/>
                  <a:pt x="3842829" y="918674"/>
                </a:cubicBezTo>
                <a:cubicBezTo>
                  <a:pt x="3862705" y="904944"/>
                  <a:pt x="3886421" y="905616"/>
                  <a:pt x="3908983" y="902256"/>
                </a:cubicBezTo>
                <a:cubicBezTo>
                  <a:pt x="3917625" y="901008"/>
                  <a:pt x="3926555" y="899951"/>
                  <a:pt x="3934428" y="896783"/>
                </a:cubicBezTo>
                <a:cubicBezTo>
                  <a:pt x="3964288" y="884877"/>
                  <a:pt x="3994149" y="873548"/>
                  <a:pt x="4026987" y="873835"/>
                </a:cubicBezTo>
                <a:cubicBezTo>
                  <a:pt x="4029674" y="873835"/>
                  <a:pt x="4032363" y="873548"/>
                  <a:pt x="4035051" y="873067"/>
                </a:cubicBezTo>
                <a:cubicBezTo>
                  <a:pt x="4058383" y="869131"/>
                  <a:pt x="4082483" y="867594"/>
                  <a:pt x="4099189" y="846664"/>
                </a:cubicBezTo>
                <a:cubicBezTo>
                  <a:pt x="4102261" y="842823"/>
                  <a:pt x="4109271" y="841671"/>
                  <a:pt x="4114647" y="840134"/>
                </a:cubicBezTo>
                <a:cubicBezTo>
                  <a:pt x="4123961" y="837638"/>
                  <a:pt x="4130203" y="832549"/>
                  <a:pt x="4133563" y="823427"/>
                </a:cubicBezTo>
                <a:cubicBezTo>
                  <a:pt x="4139229" y="807681"/>
                  <a:pt x="4145949" y="792223"/>
                  <a:pt x="4151039" y="776284"/>
                </a:cubicBezTo>
                <a:cubicBezTo>
                  <a:pt x="4154591" y="765338"/>
                  <a:pt x="4161215" y="759289"/>
                  <a:pt x="4171489" y="754776"/>
                </a:cubicBezTo>
                <a:cubicBezTo>
                  <a:pt x="4177251" y="752280"/>
                  <a:pt x="4182243" y="746808"/>
                  <a:pt x="4186372" y="741718"/>
                </a:cubicBezTo>
                <a:cubicBezTo>
                  <a:pt x="4191365" y="735573"/>
                  <a:pt x="4193957" y="727412"/>
                  <a:pt x="4199429" y="721940"/>
                </a:cubicBezTo>
                <a:cubicBezTo>
                  <a:pt x="4212775" y="708305"/>
                  <a:pt x="4216905" y="693231"/>
                  <a:pt x="4212487" y="674604"/>
                </a:cubicBezTo>
                <a:cubicBezTo>
                  <a:pt x="4208551" y="658090"/>
                  <a:pt x="4218921" y="636006"/>
                  <a:pt x="4232555" y="632645"/>
                </a:cubicBezTo>
                <a:cubicBezTo>
                  <a:pt x="4247629" y="628900"/>
                  <a:pt x="4257999" y="619684"/>
                  <a:pt x="4268657" y="609410"/>
                </a:cubicBezTo>
                <a:cubicBezTo>
                  <a:pt x="4274609" y="603649"/>
                  <a:pt x="4282963" y="598656"/>
                  <a:pt x="4291028" y="597216"/>
                </a:cubicBezTo>
                <a:cubicBezTo>
                  <a:pt x="4321657" y="591647"/>
                  <a:pt x="4350557" y="598464"/>
                  <a:pt x="4379651" y="609506"/>
                </a:cubicBezTo>
                <a:cubicBezTo>
                  <a:pt x="4398661" y="616707"/>
                  <a:pt x="4419784" y="618627"/>
                  <a:pt x="4440139" y="621507"/>
                </a:cubicBezTo>
                <a:cubicBezTo>
                  <a:pt x="4446477" y="622371"/>
                  <a:pt x="4454542" y="620452"/>
                  <a:pt x="4460015" y="616899"/>
                </a:cubicBezTo>
                <a:cubicBezTo>
                  <a:pt x="4479218" y="604609"/>
                  <a:pt x="4498325" y="591935"/>
                  <a:pt x="4516183" y="577724"/>
                </a:cubicBezTo>
                <a:cubicBezTo>
                  <a:pt x="4532795" y="564379"/>
                  <a:pt x="4551517" y="558810"/>
                  <a:pt x="4571681" y="560250"/>
                </a:cubicBezTo>
                <a:cubicBezTo>
                  <a:pt x="4586371" y="561306"/>
                  <a:pt x="4599621" y="558905"/>
                  <a:pt x="4613447" y="555257"/>
                </a:cubicBezTo>
                <a:cubicBezTo>
                  <a:pt x="4624969" y="552185"/>
                  <a:pt x="4637643" y="550072"/>
                  <a:pt x="4649355" y="551417"/>
                </a:cubicBezTo>
                <a:cubicBezTo>
                  <a:pt x="4665775" y="553337"/>
                  <a:pt x="4679313" y="550553"/>
                  <a:pt x="4692467" y="540663"/>
                </a:cubicBezTo>
                <a:cubicBezTo>
                  <a:pt x="4699476" y="535382"/>
                  <a:pt x="4708502" y="532598"/>
                  <a:pt x="4716855" y="528949"/>
                </a:cubicBezTo>
                <a:cubicBezTo>
                  <a:pt x="4729721" y="523284"/>
                  <a:pt x="4743067" y="518483"/>
                  <a:pt x="4755645" y="512147"/>
                </a:cubicBezTo>
                <a:cubicBezTo>
                  <a:pt x="4769183" y="505425"/>
                  <a:pt x="4781569" y="496112"/>
                  <a:pt x="4795395" y="490351"/>
                </a:cubicBezTo>
                <a:cubicBezTo>
                  <a:pt x="4810278" y="484110"/>
                  <a:pt x="4819879" y="474605"/>
                  <a:pt x="4825928" y="459818"/>
                </a:cubicBezTo>
                <a:cubicBezTo>
                  <a:pt x="4829769" y="450504"/>
                  <a:pt x="4835049" y="440615"/>
                  <a:pt x="4842347" y="434086"/>
                </a:cubicBezTo>
                <a:cubicBezTo>
                  <a:pt x="4857422" y="420740"/>
                  <a:pt x="4875087" y="410370"/>
                  <a:pt x="4890451" y="397216"/>
                </a:cubicBezTo>
                <a:cubicBezTo>
                  <a:pt x="4912054" y="378781"/>
                  <a:pt x="4932025" y="359194"/>
                  <a:pt x="4933945" y="327701"/>
                </a:cubicBezTo>
                <a:cubicBezTo>
                  <a:pt x="4935001" y="310322"/>
                  <a:pt x="4944219" y="302929"/>
                  <a:pt x="4961214" y="298801"/>
                </a:cubicBezTo>
                <a:cubicBezTo>
                  <a:pt x="4966878" y="297457"/>
                  <a:pt x="4974945" y="294864"/>
                  <a:pt x="4976672" y="290639"/>
                </a:cubicBezTo>
                <a:cubicBezTo>
                  <a:pt x="4981857" y="278061"/>
                  <a:pt x="4992610" y="275565"/>
                  <a:pt x="5002979" y="270573"/>
                </a:cubicBezTo>
                <a:cubicBezTo>
                  <a:pt x="5009221" y="267596"/>
                  <a:pt x="5016903" y="261739"/>
                  <a:pt x="5018535" y="255690"/>
                </a:cubicBezTo>
                <a:cubicBezTo>
                  <a:pt x="5025255" y="231206"/>
                  <a:pt x="5043690" y="216804"/>
                  <a:pt x="5061069" y="200961"/>
                </a:cubicBezTo>
                <a:cubicBezTo>
                  <a:pt x="5066158" y="196256"/>
                  <a:pt x="5071631" y="190879"/>
                  <a:pt x="5074127" y="184735"/>
                </a:cubicBezTo>
                <a:cubicBezTo>
                  <a:pt x="5079409" y="171484"/>
                  <a:pt x="5087281" y="161882"/>
                  <a:pt x="5101108" y="156891"/>
                </a:cubicBezTo>
                <a:cubicBezTo>
                  <a:pt x="5105524" y="155354"/>
                  <a:pt x="5109557" y="151801"/>
                  <a:pt x="5112918" y="148441"/>
                </a:cubicBezTo>
                <a:cubicBezTo>
                  <a:pt x="5120119" y="141144"/>
                  <a:pt x="5126167" y="132598"/>
                  <a:pt x="5133753" y="125782"/>
                </a:cubicBezTo>
                <a:cubicBezTo>
                  <a:pt x="5153051" y="108211"/>
                  <a:pt x="5172159" y="90928"/>
                  <a:pt x="5183393" y="66348"/>
                </a:cubicBezTo>
                <a:cubicBezTo>
                  <a:pt x="5188865" y="54346"/>
                  <a:pt x="5195107" y="41288"/>
                  <a:pt x="5204709" y="33030"/>
                </a:cubicBezTo>
                <a:cubicBezTo>
                  <a:pt x="5216903" y="22565"/>
                  <a:pt x="5232937" y="16612"/>
                  <a:pt x="5247243" y="8451"/>
                </a:cubicBezTo>
                <a:close/>
              </a:path>
            </a:pathLst>
          </a:custGeom>
          <a:blipFill dpi="0" rotWithShape="1">
            <a:blip r:embed="rId2">
              <a:alphaModFix amt="57000"/>
            </a:blip>
            <a:srcRect/>
            <a:tile tx="0" ty="0" sx="100000" sy="100000" flip="none" algn="tl"/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9175" y="1311088"/>
            <a:ext cx="5276850" cy="43272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 Handling cross-browser compatibility issues.</a:t>
            </a:r>
          </a:p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 Ensuring a responsive and consistent design.</a:t>
            </a:r>
            <a:endParaRPr lang="en-US" sz="2400" dirty="0">
              <a:solidFill>
                <a:schemeClr val="tx1">
                  <a:alpha val="80000"/>
                </a:schemeClr>
              </a:solidFill>
              <a:cs typeface="Calibri"/>
            </a:endParaRPr>
          </a:p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 Debugging JavaScript for optimal performance.</a:t>
            </a:r>
            <a:endParaRPr lang="en-US" sz="2400" dirty="0">
              <a:solidFill>
                <a:schemeClr val="tx1">
                  <a:alpha val="80000"/>
                </a:schemeClr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47626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892E19-92E7-4BB2-8C3F-DBDFE8D9D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-1"/>
            <a:ext cx="4581527" cy="6858002"/>
            <a:chOff x="-2" y="-1"/>
            <a:chExt cx="4581527" cy="6858002"/>
          </a:xfrm>
          <a:effectLst>
            <a:outerShdw blurRad="381000" dist="50800" algn="ctr" rotWithShape="0">
              <a:srgbClr val="000000">
                <a:alpha val="10000"/>
              </a:srgb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E493D3-31D9-4B80-9798-EEA082E12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2" y="-1"/>
              <a:ext cx="4572002" cy="6858002"/>
              <a:chOff x="-2" y="-1"/>
              <a:chExt cx="4572002" cy="6858002"/>
            </a:xfrm>
            <a:effectLst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62E6AA4D-EC17-45B5-B621-DF0FD91FD4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D56F11D0-7966-41FE-AAB9-EC0C54F11F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-2" y="-1"/>
                <a:ext cx="4572002" cy="6858002"/>
              </a:xfrm>
              <a:custGeom>
                <a:avLst/>
                <a:gdLst>
                  <a:gd name="connsiteX0" fmla="*/ 4214994 w 4572002"/>
                  <a:gd name="connsiteY0" fmla="*/ 6564620 h 6858002"/>
                  <a:gd name="connsiteX1" fmla="*/ 4214994 w 4572002"/>
                  <a:gd name="connsiteY1" fmla="*/ 6564621 h 6858002"/>
                  <a:gd name="connsiteX2" fmla="*/ 4237474 w 4572002"/>
                  <a:gd name="connsiteY2" fmla="*/ 6588626 h 6858002"/>
                  <a:gd name="connsiteX3" fmla="*/ 4254096 w 4572002"/>
                  <a:gd name="connsiteY3" fmla="*/ 6625225 h 6858002"/>
                  <a:gd name="connsiteX4" fmla="*/ 4247001 w 4572002"/>
                  <a:gd name="connsiteY4" fmla="*/ 6662540 h 6858002"/>
                  <a:gd name="connsiteX5" fmla="*/ 4247000 w 4572002"/>
                  <a:gd name="connsiteY5" fmla="*/ 6662541 h 6858002"/>
                  <a:gd name="connsiteX6" fmla="*/ 4246999 w 4572002"/>
                  <a:gd name="connsiteY6" fmla="*/ 6662544 h 6858002"/>
                  <a:gd name="connsiteX7" fmla="*/ 4235550 w 4572002"/>
                  <a:gd name="connsiteY7" fmla="*/ 6683027 h 6858002"/>
                  <a:gd name="connsiteX8" fmla="*/ 4232403 w 4572002"/>
                  <a:gd name="connsiteY8" fmla="*/ 6702976 h 6858002"/>
                  <a:gd name="connsiteX9" fmla="*/ 4232403 w 4572002"/>
                  <a:gd name="connsiteY9" fmla="*/ 6702977 h 6858002"/>
                  <a:gd name="connsiteX10" fmla="*/ 4246238 w 4572002"/>
                  <a:gd name="connsiteY10" fmla="*/ 6742553 h 6858002"/>
                  <a:gd name="connsiteX11" fmla="*/ 4246239 w 4572002"/>
                  <a:gd name="connsiteY11" fmla="*/ 6742555 h 6858002"/>
                  <a:gd name="connsiteX12" fmla="*/ 4265716 w 4572002"/>
                  <a:gd name="connsiteY12" fmla="*/ 6812062 h 6858002"/>
                  <a:gd name="connsiteX13" fmla="*/ 4265717 w 4572002"/>
                  <a:gd name="connsiteY13" fmla="*/ 6812064 h 6858002"/>
                  <a:gd name="connsiteX14" fmla="*/ 4265717 w 4572002"/>
                  <a:gd name="connsiteY14" fmla="*/ 6812063 h 6858002"/>
                  <a:gd name="connsiteX15" fmla="*/ 4265716 w 4572002"/>
                  <a:gd name="connsiteY15" fmla="*/ 6812062 h 6858002"/>
                  <a:gd name="connsiteX16" fmla="*/ 4260942 w 4572002"/>
                  <a:gd name="connsiteY16" fmla="*/ 6776800 h 6858002"/>
                  <a:gd name="connsiteX17" fmla="*/ 4246239 w 4572002"/>
                  <a:gd name="connsiteY17" fmla="*/ 6742555 h 6858002"/>
                  <a:gd name="connsiteX18" fmla="*/ 4246238 w 4572002"/>
                  <a:gd name="connsiteY18" fmla="*/ 6742552 h 6858002"/>
                  <a:gd name="connsiteX19" fmla="*/ 4232403 w 4572002"/>
                  <a:gd name="connsiteY19" fmla="*/ 6702976 h 6858002"/>
                  <a:gd name="connsiteX20" fmla="*/ 4246999 w 4572002"/>
                  <a:gd name="connsiteY20" fmla="*/ 6662544 h 6858002"/>
                  <a:gd name="connsiteX21" fmla="*/ 4247000 w 4572002"/>
                  <a:gd name="connsiteY21" fmla="*/ 6662542 h 6858002"/>
                  <a:gd name="connsiteX22" fmla="*/ 4247001 w 4572002"/>
                  <a:gd name="connsiteY22" fmla="*/ 6662540 h 6858002"/>
                  <a:gd name="connsiteX23" fmla="*/ 4254084 w 4572002"/>
                  <a:gd name="connsiteY23" fmla="*/ 6645552 h 6858002"/>
                  <a:gd name="connsiteX24" fmla="*/ 4254096 w 4572002"/>
                  <a:gd name="connsiteY24" fmla="*/ 6625225 h 6858002"/>
                  <a:gd name="connsiteX25" fmla="*/ 4254096 w 4572002"/>
                  <a:gd name="connsiteY25" fmla="*/ 6625224 h 6858002"/>
                  <a:gd name="connsiteX26" fmla="*/ 4237474 w 4572002"/>
                  <a:gd name="connsiteY26" fmla="*/ 6588625 h 6858002"/>
                  <a:gd name="connsiteX27" fmla="*/ 4295315 w 4572002"/>
                  <a:gd name="connsiteY27" fmla="*/ 6438981 h 6858002"/>
                  <a:gd name="connsiteX28" fmla="*/ 4275385 w 4572002"/>
                  <a:gd name="connsiteY28" fmla="*/ 6463840 h 6858002"/>
                  <a:gd name="connsiteX29" fmla="*/ 4275382 w 4572002"/>
                  <a:gd name="connsiteY29" fmla="*/ 6463849 h 6858002"/>
                  <a:gd name="connsiteX30" fmla="*/ 4261587 w 4572002"/>
                  <a:gd name="connsiteY30" fmla="*/ 6513012 h 6858002"/>
                  <a:gd name="connsiteX31" fmla="*/ 4242781 w 4572002"/>
                  <a:gd name="connsiteY31" fmla="*/ 6546194 h 6858002"/>
                  <a:gd name="connsiteX32" fmla="*/ 4242781 w 4572002"/>
                  <a:gd name="connsiteY32" fmla="*/ 6546195 h 6858002"/>
                  <a:gd name="connsiteX33" fmla="*/ 4259120 w 4572002"/>
                  <a:gd name="connsiteY33" fmla="*/ 6521804 h 6858002"/>
                  <a:gd name="connsiteX34" fmla="*/ 4261587 w 4572002"/>
                  <a:gd name="connsiteY34" fmla="*/ 6513012 h 6858002"/>
                  <a:gd name="connsiteX35" fmla="*/ 4264398 w 4572002"/>
                  <a:gd name="connsiteY35" fmla="*/ 6508052 h 6858002"/>
                  <a:gd name="connsiteX36" fmla="*/ 4275382 w 4572002"/>
                  <a:gd name="connsiteY36" fmla="*/ 6463849 h 6858002"/>
                  <a:gd name="connsiteX37" fmla="*/ 4275385 w 4572002"/>
                  <a:gd name="connsiteY37" fmla="*/ 6463841 h 6858002"/>
                  <a:gd name="connsiteX38" fmla="*/ 4295315 w 4572002"/>
                  <a:gd name="connsiteY38" fmla="*/ 6438981 h 6858002"/>
                  <a:gd name="connsiteX39" fmla="*/ 4381289 w 4572002"/>
                  <a:gd name="connsiteY39" fmla="*/ 6365204 h 6858002"/>
                  <a:gd name="connsiteX40" fmla="*/ 4380008 w 4572002"/>
                  <a:gd name="connsiteY40" fmla="*/ 6387910 h 6858002"/>
                  <a:gd name="connsiteX41" fmla="*/ 4378243 w 4572002"/>
                  <a:gd name="connsiteY41" fmla="*/ 6391549 h 6858002"/>
                  <a:gd name="connsiteX42" fmla="*/ 4370589 w 4572002"/>
                  <a:gd name="connsiteY42" fmla="*/ 6407332 h 6858002"/>
                  <a:gd name="connsiteX43" fmla="*/ 4370589 w 4572002"/>
                  <a:gd name="connsiteY43" fmla="*/ 6407333 h 6858002"/>
                  <a:gd name="connsiteX44" fmla="*/ 4378243 w 4572002"/>
                  <a:gd name="connsiteY44" fmla="*/ 6391549 h 6858002"/>
                  <a:gd name="connsiteX45" fmla="*/ 4380008 w 4572002"/>
                  <a:gd name="connsiteY45" fmla="*/ 6387910 h 6858002"/>
                  <a:gd name="connsiteX46" fmla="*/ 4142220 w 4572002"/>
                  <a:gd name="connsiteY46" fmla="*/ 4221391 h 6858002"/>
                  <a:gd name="connsiteX47" fmla="*/ 4142220 w 4572002"/>
                  <a:gd name="connsiteY47" fmla="*/ 4221392 h 6858002"/>
                  <a:gd name="connsiteX48" fmla="*/ 4147936 w 4572002"/>
                  <a:gd name="connsiteY48" fmla="*/ 4253015 h 6858002"/>
                  <a:gd name="connsiteX49" fmla="*/ 4187752 w 4572002"/>
                  <a:gd name="connsiteY49" fmla="*/ 4324646 h 6858002"/>
                  <a:gd name="connsiteX50" fmla="*/ 4196706 w 4572002"/>
                  <a:gd name="connsiteY50" fmla="*/ 4363891 h 6858002"/>
                  <a:gd name="connsiteX51" fmla="*/ 4195944 w 4572002"/>
                  <a:gd name="connsiteY51" fmla="*/ 4482004 h 6858002"/>
                  <a:gd name="connsiteX52" fmla="*/ 4135934 w 4572002"/>
                  <a:gd name="connsiteY52" fmla="*/ 4659174 h 6858002"/>
                  <a:gd name="connsiteX53" fmla="*/ 4127932 w 4572002"/>
                  <a:gd name="connsiteY53" fmla="*/ 4677655 h 6858002"/>
                  <a:gd name="connsiteX54" fmla="*/ 4118025 w 4572002"/>
                  <a:gd name="connsiteY54" fmla="*/ 4767764 h 6858002"/>
                  <a:gd name="connsiteX55" fmla="*/ 4116716 w 4572002"/>
                  <a:gd name="connsiteY55" fmla="*/ 4800483 h 6858002"/>
                  <a:gd name="connsiteX56" fmla="*/ 4116716 w 4572002"/>
                  <a:gd name="connsiteY56" fmla="*/ 4800484 h 6858002"/>
                  <a:gd name="connsiteX57" fmla="*/ 4131552 w 4572002"/>
                  <a:gd name="connsiteY57" fmla="*/ 4828917 h 6858002"/>
                  <a:gd name="connsiteX58" fmla="*/ 4153733 w 4572002"/>
                  <a:gd name="connsiteY58" fmla="*/ 4863343 h 6858002"/>
                  <a:gd name="connsiteX59" fmla="*/ 4161262 w 4572002"/>
                  <a:gd name="connsiteY59" fmla="*/ 4889275 h 6858002"/>
                  <a:gd name="connsiteX60" fmla="*/ 4159557 w 4572002"/>
                  <a:gd name="connsiteY60" fmla="*/ 4912168 h 6858002"/>
                  <a:gd name="connsiteX61" fmla="*/ 4158155 w 4572002"/>
                  <a:gd name="connsiteY61" fmla="*/ 4933804 h 6858002"/>
                  <a:gd name="connsiteX62" fmla="*/ 4158155 w 4572002"/>
                  <a:gd name="connsiteY62" fmla="*/ 4933805 h 6858002"/>
                  <a:gd name="connsiteX63" fmla="*/ 4162914 w 4572002"/>
                  <a:gd name="connsiteY63" fmla="*/ 4952673 h 6858002"/>
                  <a:gd name="connsiteX64" fmla="*/ 4165707 w 4572002"/>
                  <a:gd name="connsiteY64" fmla="*/ 4957454 h 6858002"/>
                  <a:gd name="connsiteX65" fmla="*/ 4166985 w 4572002"/>
                  <a:gd name="connsiteY65" fmla="*/ 4961456 h 6858002"/>
                  <a:gd name="connsiteX66" fmla="*/ 4182989 w 4572002"/>
                  <a:gd name="connsiteY66" fmla="*/ 4987038 h 6858002"/>
                  <a:gd name="connsiteX67" fmla="*/ 4209468 w 4572002"/>
                  <a:gd name="connsiteY67" fmla="*/ 5041522 h 6858002"/>
                  <a:gd name="connsiteX68" fmla="*/ 4216684 w 4572002"/>
                  <a:gd name="connsiteY68" fmla="*/ 5072376 h 6858002"/>
                  <a:gd name="connsiteX69" fmla="*/ 4222587 w 4572002"/>
                  <a:gd name="connsiteY69" fmla="*/ 5087441 h 6858002"/>
                  <a:gd name="connsiteX70" fmla="*/ 4235615 w 4572002"/>
                  <a:gd name="connsiteY70" fmla="*/ 5133220 h 6858002"/>
                  <a:gd name="connsiteX71" fmla="*/ 4235616 w 4572002"/>
                  <a:gd name="connsiteY71" fmla="*/ 5133225 h 6858002"/>
                  <a:gd name="connsiteX72" fmla="*/ 4228901 w 4572002"/>
                  <a:gd name="connsiteY72" fmla="*/ 5166113 h 6858002"/>
                  <a:gd name="connsiteX73" fmla="*/ 4228901 w 4572002"/>
                  <a:gd name="connsiteY73" fmla="*/ 5166114 h 6858002"/>
                  <a:gd name="connsiteX74" fmla="*/ 4229593 w 4572002"/>
                  <a:gd name="connsiteY74" fmla="*/ 5172091 h 6858002"/>
                  <a:gd name="connsiteX75" fmla="*/ 4232139 w 4572002"/>
                  <a:gd name="connsiteY75" fmla="*/ 5179068 h 6858002"/>
                  <a:gd name="connsiteX76" fmla="*/ 4231973 w 4572002"/>
                  <a:gd name="connsiteY76" fmla="*/ 5229434 h 6858002"/>
                  <a:gd name="connsiteX77" fmla="*/ 4225669 w 4572002"/>
                  <a:gd name="connsiteY77" fmla="*/ 5241089 h 6858002"/>
                  <a:gd name="connsiteX78" fmla="*/ 4208517 w 4572002"/>
                  <a:gd name="connsiteY78" fmla="*/ 5272796 h 6858002"/>
                  <a:gd name="connsiteX79" fmla="*/ 4184613 w 4572002"/>
                  <a:gd name="connsiteY79" fmla="*/ 5312288 h 6858002"/>
                  <a:gd name="connsiteX80" fmla="*/ 4183557 w 4572002"/>
                  <a:gd name="connsiteY80" fmla="*/ 5321350 h 6858002"/>
                  <a:gd name="connsiteX81" fmla="*/ 4181083 w 4572002"/>
                  <a:gd name="connsiteY81" fmla="*/ 5326163 h 6858002"/>
                  <a:gd name="connsiteX82" fmla="*/ 4179637 w 4572002"/>
                  <a:gd name="connsiteY82" fmla="*/ 5355014 h 6858002"/>
                  <a:gd name="connsiteX83" fmla="*/ 4179637 w 4572002"/>
                  <a:gd name="connsiteY83" fmla="*/ 5355015 h 6858002"/>
                  <a:gd name="connsiteX84" fmla="*/ 4184513 w 4572002"/>
                  <a:gd name="connsiteY84" fmla="*/ 5385385 h 6858002"/>
                  <a:gd name="connsiteX85" fmla="*/ 4192704 w 4572002"/>
                  <a:gd name="connsiteY85" fmla="*/ 5425583 h 6858002"/>
                  <a:gd name="connsiteX86" fmla="*/ 4204327 w 4572002"/>
                  <a:gd name="connsiteY86" fmla="*/ 5480638 h 6858002"/>
                  <a:gd name="connsiteX87" fmla="*/ 4208850 w 4572002"/>
                  <a:gd name="connsiteY87" fmla="*/ 5507668 h 6858002"/>
                  <a:gd name="connsiteX88" fmla="*/ 4198232 w 4572002"/>
                  <a:gd name="connsiteY88" fmla="*/ 5531692 h 6858002"/>
                  <a:gd name="connsiteX89" fmla="*/ 4198231 w 4572002"/>
                  <a:gd name="connsiteY89" fmla="*/ 5531693 h 6858002"/>
                  <a:gd name="connsiteX90" fmla="*/ 4188085 w 4572002"/>
                  <a:gd name="connsiteY90" fmla="*/ 5547578 h 6858002"/>
                  <a:gd name="connsiteX91" fmla="*/ 4188085 w 4572002"/>
                  <a:gd name="connsiteY91" fmla="*/ 5547579 h 6858002"/>
                  <a:gd name="connsiteX92" fmla="*/ 4197659 w 4572002"/>
                  <a:gd name="connsiteY92" fmla="*/ 5562747 h 6858002"/>
                  <a:gd name="connsiteX93" fmla="*/ 4268907 w 4572002"/>
                  <a:gd name="connsiteY93" fmla="*/ 5704484 h 6858002"/>
                  <a:gd name="connsiteX94" fmla="*/ 4274812 w 4572002"/>
                  <a:gd name="connsiteY94" fmla="*/ 5740489 h 6858002"/>
                  <a:gd name="connsiteX95" fmla="*/ 4283578 w 4572002"/>
                  <a:gd name="connsiteY95" fmla="*/ 5760874 h 6858002"/>
                  <a:gd name="connsiteX96" fmla="*/ 4371973 w 4572002"/>
                  <a:gd name="connsiteY96" fmla="*/ 5883752 h 6858002"/>
                  <a:gd name="connsiteX97" fmla="*/ 4371974 w 4572002"/>
                  <a:gd name="connsiteY97" fmla="*/ 5883757 h 6858002"/>
                  <a:gd name="connsiteX98" fmla="*/ 4389877 w 4572002"/>
                  <a:gd name="connsiteY98" fmla="*/ 5935946 h 6858002"/>
                  <a:gd name="connsiteX99" fmla="*/ 4389878 w 4572002"/>
                  <a:gd name="connsiteY99" fmla="*/ 5935950 h 6858002"/>
                  <a:gd name="connsiteX100" fmla="*/ 4386259 w 4572002"/>
                  <a:gd name="connsiteY100" fmla="*/ 5993290 h 6858002"/>
                  <a:gd name="connsiteX101" fmla="*/ 4386259 w 4572002"/>
                  <a:gd name="connsiteY101" fmla="*/ 5993291 h 6858002"/>
                  <a:gd name="connsiteX102" fmla="*/ 4379782 w 4572002"/>
                  <a:gd name="connsiteY102" fmla="*/ 6026440 h 6858002"/>
                  <a:gd name="connsiteX103" fmla="*/ 4323583 w 4572002"/>
                  <a:gd name="connsiteY103" fmla="*/ 6108738 h 6858002"/>
                  <a:gd name="connsiteX104" fmla="*/ 4309890 w 4572002"/>
                  <a:gd name="connsiteY104" fmla="*/ 6133314 h 6858002"/>
                  <a:gd name="connsiteX105" fmla="*/ 4309890 w 4572002"/>
                  <a:gd name="connsiteY105" fmla="*/ 6133315 h 6858002"/>
                  <a:gd name="connsiteX106" fmla="*/ 4313591 w 4572002"/>
                  <a:gd name="connsiteY106" fmla="*/ 6143190 h 6858002"/>
                  <a:gd name="connsiteX107" fmla="*/ 4325486 w 4572002"/>
                  <a:gd name="connsiteY107" fmla="*/ 6155600 h 6858002"/>
                  <a:gd name="connsiteX108" fmla="*/ 4325488 w 4572002"/>
                  <a:gd name="connsiteY108" fmla="*/ 6155603 h 6858002"/>
                  <a:gd name="connsiteX109" fmla="*/ 4364160 w 4572002"/>
                  <a:gd name="connsiteY109" fmla="*/ 6228757 h 6858002"/>
                  <a:gd name="connsiteX110" fmla="*/ 4381497 w 4572002"/>
                  <a:gd name="connsiteY110" fmla="*/ 6361540 h 6858002"/>
                  <a:gd name="connsiteX111" fmla="*/ 4381497 w 4572002"/>
                  <a:gd name="connsiteY111" fmla="*/ 6361539 h 6858002"/>
                  <a:gd name="connsiteX112" fmla="*/ 4364160 w 4572002"/>
                  <a:gd name="connsiteY112" fmla="*/ 6228756 h 6858002"/>
                  <a:gd name="connsiteX113" fmla="*/ 4325488 w 4572002"/>
                  <a:gd name="connsiteY113" fmla="*/ 6155602 h 6858002"/>
                  <a:gd name="connsiteX114" fmla="*/ 4325486 w 4572002"/>
                  <a:gd name="connsiteY114" fmla="*/ 6155600 h 6858002"/>
                  <a:gd name="connsiteX115" fmla="*/ 4309890 w 4572002"/>
                  <a:gd name="connsiteY115" fmla="*/ 6133315 h 6858002"/>
                  <a:gd name="connsiteX116" fmla="*/ 4323583 w 4572002"/>
                  <a:gd name="connsiteY116" fmla="*/ 6108739 h 6858002"/>
                  <a:gd name="connsiteX117" fmla="*/ 4379782 w 4572002"/>
                  <a:gd name="connsiteY117" fmla="*/ 6026441 h 6858002"/>
                  <a:gd name="connsiteX118" fmla="*/ 4386259 w 4572002"/>
                  <a:gd name="connsiteY118" fmla="*/ 5993292 h 6858002"/>
                  <a:gd name="connsiteX119" fmla="*/ 4386259 w 4572002"/>
                  <a:gd name="connsiteY119" fmla="*/ 5993290 h 6858002"/>
                  <a:gd name="connsiteX120" fmla="*/ 4389712 w 4572002"/>
                  <a:gd name="connsiteY120" fmla="*/ 5964477 h 6858002"/>
                  <a:gd name="connsiteX121" fmla="*/ 4389878 w 4572002"/>
                  <a:gd name="connsiteY121" fmla="*/ 5935950 h 6858002"/>
                  <a:gd name="connsiteX122" fmla="*/ 4389878 w 4572002"/>
                  <a:gd name="connsiteY122" fmla="*/ 5935949 h 6858002"/>
                  <a:gd name="connsiteX123" fmla="*/ 4389877 w 4572002"/>
                  <a:gd name="connsiteY123" fmla="*/ 5935946 h 6858002"/>
                  <a:gd name="connsiteX124" fmla="*/ 4382997 w 4572002"/>
                  <a:gd name="connsiteY124" fmla="*/ 5909351 h 6858002"/>
                  <a:gd name="connsiteX125" fmla="*/ 4371974 w 4572002"/>
                  <a:gd name="connsiteY125" fmla="*/ 5883757 h 6858002"/>
                  <a:gd name="connsiteX126" fmla="*/ 4371973 w 4572002"/>
                  <a:gd name="connsiteY126" fmla="*/ 5883751 h 6858002"/>
                  <a:gd name="connsiteX127" fmla="*/ 4283578 w 4572002"/>
                  <a:gd name="connsiteY127" fmla="*/ 5760873 h 6858002"/>
                  <a:gd name="connsiteX128" fmla="*/ 4274812 w 4572002"/>
                  <a:gd name="connsiteY128" fmla="*/ 5740488 h 6858002"/>
                  <a:gd name="connsiteX129" fmla="*/ 4268907 w 4572002"/>
                  <a:gd name="connsiteY129" fmla="*/ 5704483 h 6858002"/>
                  <a:gd name="connsiteX130" fmla="*/ 4197659 w 4572002"/>
                  <a:gd name="connsiteY130" fmla="*/ 5562746 h 6858002"/>
                  <a:gd name="connsiteX131" fmla="*/ 4188085 w 4572002"/>
                  <a:gd name="connsiteY131" fmla="*/ 5547578 h 6858002"/>
                  <a:gd name="connsiteX132" fmla="*/ 4198231 w 4572002"/>
                  <a:gd name="connsiteY132" fmla="*/ 5531694 h 6858002"/>
                  <a:gd name="connsiteX133" fmla="*/ 4198232 w 4572002"/>
                  <a:gd name="connsiteY133" fmla="*/ 5531692 h 6858002"/>
                  <a:gd name="connsiteX134" fmla="*/ 4206630 w 4572002"/>
                  <a:gd name="connsiteY134" fmla="*/ 5520422 h 6858002"/>
                  <a:gd name="connsiteX135" fmla="*/ 4208850 w 4572002"/>
                  <a:gd name="connsiteY135" fmla="*/ 5507668 h 6858002"/>
                  <a:gd name="connsiteX136" fmla="*/ 4208850 w 4572002"/>
                  <a:gd name="connsiteY136" fmla="*/ 5507667 h 6858002"/>
                  <a:gd name="connsiteX137" fmla="*/ 4204327 w 4572002"/>
                  <a:gd name="connsiteY137" fmla="*/ 5480637 h 6858002"/>
                  <a:gd name="connsiteX138" fmla="*/ 4192704 w 4572002"/>
                  <a:gd name="connsiteY138" fmla="*/ 5425582 h 6858002"/>
                  <a:gd name="connsiteX139" fmla="*/ 4184513 w 4572002"/>
                  <a:gd name="connsiteY139" fmla="*/ 5385384 h 6858002"/>
                  <a:gd name="connsiteX140" fmla="*/ 4179637 w 4572002"/>
                  <a:gd name="connsiteY140" fmla="*/ 5355014 h 6858002"/>
                  <a:gd name="connsiteX141" fmla="*/ 4183557 w 4572002"/>
                  <a:gd name="connsiteY141" fmla="*/ 5321350 h 6858002"/>
                  <a:gd name="connsiteX142" fmla="*/ 4208517 w 4572002"/>
                  <a:gd name="connsiteY142" fmla="*/ 5272797 h 6858002"/>
                  <a:gd name="connsiteX143" fmla="*/ 4225669 w 4572002"/>
                  <a:gd name="connsiteY143" fmla="*/ 5241089 h 6858002"/>
                  <a:gd name="connsiteX144" fmla="*/ 4231973 w 4572002"/>
                  <a:gd name="connsiteY144" fmla="*/ 5229433 h 6858002"/>
                  <a:gd name="connsiteX145" fmla="*/ 4232139 w 4572002"/>
                  <a:gd name="connsiteY145" fmla="*/ 5179068 h 6858002"/>
                  <a:gd name="connsiteX146" fmla="*/ 4232139 w 4572002"/>
                  <a:gd name="connsiteY146" fmla="*/ 5179067 h 6858002"/>
                  <a:gd name="connsiteX147" fmla="*/ 4229593 w 4572002"/>
                  <a:gd name="connsiteY147" fmla="*/ 5172090 h 6858002"/>
                  <a:gd name="connsiteX148" fmla="*/ 4228901 w 4572002"/>
                  <a:gd name="connsiteY148" fmla="*/ 5166114 h 6858002"/>
                  <a:gd name="connsiteX149" fmla="*/ 4235616 w 4572002"/>
                  <a:gd name="connsiteY149" fmla="*/ 5133225 h 6858002"/>
                  <a:gd name="connsiteX150" fmla="*/ 4235616 w 4572002"/>
                  <a:gd name="connsiteY150" fmla="*/ 5133224 h 6858002"/>
                  <a:gd name="connsiteX151" fmla="*/ 4235615 w 4572002"/>
                  <a:gd name="connsiteY151" fmla="*/ 5133220 h 6858002"/>
                  <a:gd name="connsiteX152" fmla="*/ 4228473 w 4572002"/>
                  <a:gd name="connsiteY152" fmla="*/ 5102461 h 6858002"/>
                  <a:gd name="connsiteX153" fmla="*/ 4222587 w 4572002"/>
                  <a:gd name="connsiteY153" fmla="*/ 5087441 h 6858002"/>
                  <a:gd name="connsiteX154" fmla="*/ 4222582 w 4572002"/>
                  <a:gd name="connsiteY154" fmla="*/ 5087423 h 6858002"/>
                  <a:gd name="connsiteX155" fmla="*/ 4209468 w 4572002"/>
                  <a:gd name="connsiteY155" fmla="*/ 5041521 h 6858002"/>
                  <a:gd name="connsiteX156" fmla="*/ 4182989 w 4572002"/>
                  <a:gd name="connsiteY156" fmla="*/ 4987037 h 6858002"/>
                  <a:gd name="connsiteX157" fmla="*/ 4165707 w 4572002"/>
                  <a:gd name="connsiteY157" fmla="*/ 4957454 h 6858002"/>
                  <a:gd name="connsiteX158" fmla="*/ 4158155 w 4572002"/>
                  <a:gd name="connsiteY158" fmla="*/ 4933805 h 6858002"/>
                  <a:gd name="connsiteX159" fmla="*/ 4159557 w 4572002"/>
                  <a:gd name="connsiteY159" fmla="*/ 4912169 h 6858002"/>
                  <a:gd name="connsiteX160" fmla="*/ 4161262 w 4572002"/>
                  <a:gd name="connsiteY160" fmla="*/ 4889276 h 6858002"/>
                  <a:gd name="connsiteX161" fmla="*/ 4161262 w 4572002"/>
                  <a:gd name="connsiteY161" fmla="*/ 4889275 h 6858002"/>
                  <a:gd name="connsiteX162" fmla="*/ 4156484 w 4572002"/>
                  <a:gd name="connsiteY162" fmla="*/ 4867614 h 6858002"/>
                  <a:gd name="connsiteX163" fmla="*/ 4153733 w 4572002"/>
                  <a:gd name="connsiteY163" fmla="*/ 4863343 h 6858002"/>
                  <a:gd name="connsiteX164" fmla="*/ 4151983 w 4572002"/>
                  <a:gd name="connsiteY164" fmla="*/ 4857317 h 6858002"/>
                  <a:gd name="connsiteX165" fmla="*/ 4131552 w 4572002"/>
                  <a:gd name="connsiteY165" fmla="*/ 4828916 h 6858002"/>
                  <a:gd name="connsiteX166" fmla="*/ 4116716 w 4572002"/>
                  <a:gd name="connsiteY166" fmla="*/ 4800483 h 6858002"/>
                  <a:gd name="connsiteX167" fmla="*/ 4118025 w 4572002"/>
                  <a:gd name="connsiteY167" fmla="*/ 4767765 h 6858002"/>
                  <a:gd name="connsiteX168" fmla="*/ 4127932 w 4572002"/>
                  <a:gd name="connsiteY168" fmla="*/ 4677656 h 6858002"/>
                  <a:gd name="connsiteX169" fmla="*/ 4135934 w 4572002"/>
                  <a:gd name="connsiteY169" fmla="*/ 4659175 h 6858002"/>
                  <a:gd name="connsiteX170" fmla="*/ 4195944 w 4572002"/>
                  <a:gd name="connsiteY170" fmla="*/ 4482005 h 6858002"/>
                  <a:gd name="connsiteX171" fmla="*/ 4196706 w 4572002"/>
                  <a:gd name="connsiteY171" fmla="*/ 4363891 h 6858002"/>
                  <a:gd name="connsiteX172" fmla="*/ 4196706 w 4572002"/>
                  <a:gd name="connsiteY172" fmla="*/ 4363890 h 6858002"/>
                  <a:gd name="connsiteX173" fmla="*/ 4187752 w 4572002"/>
                  <a:gd name="connsiteY173" fmla="*/ 4324645 h 6858002"/>
                  <a:gd name="connsiteX174" fmla="*/ 4147936 w 4572002"/>
                  <a:gd name="connsiteY174" fmla="*/ 4253014 h 6858002"/>
                  <a:gd name="connsiteX175" fmla="*/ 4211111 w 4572002"/>
                  <a:gd name="connsiteY175" fmla="*/ 2836172 h 6858002"/>
                  <a:gd name="connsiteX176" fmla="*/ 4202421 w 4572002"/>
                  <a:gd name="connsiteY176" fmla="*/ 2848793 h 6858002"/>
                  <a:gd name="connsiteX177" fmla="*/ 4186816 w 4572002"/>
                  <a:gd name="connsiteY177" fmla="*/ 2897785 h 6858002"/>
                  <a:gd name="connsiteX178" fmla="*/ 4185787 w 4572002"/>
                  <a:gd name="connsiteY178" fmla="*/ 2903551 h 6858002"/>
                  <a:gd name="connsiteX179" fmla="*/ 4182513 w 4572002"/>
                  <a:gd name="connsiteY179" fmla="*/ 2914328 h 6858002"/>
                  <a:gd name="connsiteX180" fmla="*/ 4177882 w 4572002"/>
                  <a:gd name="connsiteY180" fmla="*/ 2947858 h 6858002"/>
                  <a:gd name="connsiteX181" fmla="*/ 4177881 w 4572002"/>
                  <a:gd name="connsiteY181" fmla="*/ 2947862 h 6858002"/>
                  <a:gd name="connsiteX182" fmla="*/ 4177881 w 4572002"/>
                  <a:gd name="connsiteY182" fmla="*/ 2947863 h 6858002"/>
                  <a:gd name="connsiteX183" fmla="*/ 4181465 w 4572002"/>
                  <a:gd name="connsiteY183" fmla="*/ 2982149 h 6858002"/>
                  <a:gd name="connsiteX184" fmla="*/ 4193158 w 4572002"/>
                  <a:gd name="connsiteY184" fmla="*/ 3077402 h 6858002"/>
                  <a:gd name="connsiteX185" fmla="*/ 4180703 w 4572002"/>
                  <a:gd name="connsiteY185" fmla="*/ 3172654 h 6858002"/>
                  <a:gd name="connsiteX186" fmla="*/ 4133076 w 4572002"/>
                  <a:gd name="connsiteY186" fmla="*/ 3489467 h 6858002"/>
                  <a:gd name="connsiteX187" fmla="*/ 4110977 w 4572002"/>
                  <a:gd name="connsiteY187" fmla="*/ 3544713 h 6858002"/>
                  <a:gd name="connsiteX188" fmla="*/ 4093355 w 4572002"/>
                  <a:gd name="connsiteY188" fmla="*/ 3574408 h 6858002"/>
                  <a:gd name="connsiteX189" fmla="*/ 4093355 w 4572002"/>
                  <a:gd name="connsiteY189" fmla="*/ 3574409 h 6858002"/>
                  <a:gd name="connsiteX190" fmla="*/ 4105453 w 4572002"/>
                  <a:gd name="connsiteY190" fmla="*/ 3606818 h 6858002"/>
                  <a:gd name="connsiteX191" fmla="*/ 4118979 w 4572002"/>
                  <a:gd name="connsiteY191" fmla="*/ 3630633 h 6858002"/>
                  <a:gd name="connsiteX192" fmla="*/ 4136708 w 4572002"/>
                  <a:gd name="connsiteY192" fmla="*/ 3654416 h 6858002"/>
                  <a:gd name="connsiteX193" fmla="*/ 4140382 w 4572002"/>
                  <a:gd name="connsiteY193" fmla="*/ 3668940 h 6858002"/>
                  <a:gd name="connsiteX194" fmla="*/ 4143220 w 4572002"/>
                  <a:gd name="connsiteY194" fmla="*/ 3680164 h 6858002"/>
                  <a:gd name="connsiteX195" fmla="*/ 4139172 w 4572002"/>
                  <a:gd name="connsiteY195" fmla="*/ 3734837 h 6858002"/>
                  <a:gd name="connsiteX196" fmla="*/ 4139172 w 4572002"/>
                  <a:gd name="connsiteY196" fmla="*/ 3734838 h 6858002"/>
                  <a:gd name="connsiteX197" fmla="*/ 4139554 w 4572002"/>
                  <a:gd name="connsiteY197" fmla="*/ 3754653 h 6858002"/>
                  <a:gd name="connsiteX198" fmla="*/ 4145911 w 4572002"/>
                  <a:gd name="connsiteY198" fmla="*/ 3789776 h 6858002"/>
                  <a:gd name="connsiteX199" fmla="*/ 4130980 w 4572002"/>
                  <a:gd name="connsiteY199" fmla="*/ 3822472 h 6858002"/>
                  <a:gd name="connsiteX200" fmla="*/ 4116645 w 4572002"/>
                  <a:gd name="connsiteY200" fmla="*/ 3852619 h 6858002"/>
                  <a:gd name="connsiteX201" fmla="*/ 4116645 w 4572002"/>
                  <a:gd name="connsiteY201" fmla="*/ 3852620 h 6858002"/>
                  <a:gd name="connsiteX202" fmla="*/ 4117425 w 4572002"/>
                  <a:gd name="connsiteY202" fmla="*/ 3868764 h 6858002"/>
                  <a:gd name="connsiteX203" fmla="*/ 4126028 w 4572002"/>
                  <a:gd name="connsiteY203" fmla="*/ 3885337 h 6858002"/>
                  <a:gd name="connsiteX204" fmla="*/ 4126028 w 4572002"/>
                  <a:gd name="connsiteY204" fmla="*/ 3885339 h 6858002"/>
                  <a:gd name="connsiteX205" fmla="*/ 4148409 w 4572002"/>
                  <a:gd name="connsiteY205" fmla="*/ 3923125 h 6858002"/>
                  <a:gd name="connsiteX206" fmla="*/ 4157913 w 4572002"/>
                  <a:gd name="connsiteY206" fmla="*/ 3962160 h 6858002"/>
                  <a:gd name="connsiteX207" fmla="*/ 4142221 w 4572002"/>
                  <a:gd name="connsiteY207" fmla="*/ 4043838 h 6858002"/>
                  <a:gd name="connsiteX208" fmla="*/ 4142220 w 4572002"/>
                  <a:gd name="connsiteY208" fmla="*/ 4043839 h 6858002"/>
                  <a:gd name="connsiteX209" fmla="*/ 4127099 w 4572002"/>
                  <a:gd name="connsiteY209" fmla="*/ 4103825 h 6858002"/>
                  <a:gd name="connsiteX210" fmla="*/ 4127099 w 4572002"/>
                  <a:gd name="connsiteY210" fmla="*/ 4103826 h 6858002"/>
                  <a:gd name="connsiteX211" fmla="*/ 4129066 w 4572002"/>
                  <a:gd name="connsiteY211" fmla="*/ 4134256 h 6858002"/>
                  <a:gd name="connsiteX212" fmla="*/ 4138410 w 4572002"/>
                  <a:gd name="connsiteY212" fmla="*/ 4165382 h 6858002"/>
                  <a:gd name="connsiteX213" fmla="*/ 4138410 w 4572002"/>
                  <a:gd name="connsiteY213" fmla="*/ 4165384 h 6858002"/>
                  <a:gd name="connsiteX214" fmla="*/ 4142315 w 4572002"/>
                  <a:gd name="connsiteY214" fmla="*/ 4192388 h 6858002"/>
                  <a:gd name="connsiteX215" fmla="*/ 4142315 w 4572002"/>
                  <a:gd name="connsiteY215" fmla="*/ 4192387 h 6858002"/>
                  <a:gd name="connsiteX216" fmla="*/ 4138410 w 4572002"/>
                  <a:gd name="connsiteY216" fmla="*/ 4165383 h 6858002"/>
                  <a:gd name="connsiteX217" fmla="*/ 4138410 w 4572002"/>
                  <a:gd name="connsiteY217" fmla="*/ 4165382 h 6858002"/>
                  <a:gd name="connsiteX218" fmla="*/ 4127099 w 4572002"/>
                  <a:gd name="connsiteY218" fmla="*/ 4103826 h 6858002"/>
                  <a:gd name="connsiteX219" fmla="*/ 4142220 w 4572002"/>
                  <a:gd name="connsiteY219" fmla="*/ 4043840 h 6858002"/>
                  <a:gd name="connsiteX220" fmla="*/ 4142221 w 4572002"/>
                  <a:gd name="connsiteY220" fmla="*/ 4043838 h 6858002"/>
                  <a:gd name="connsiteX221" fmla="*/ 4155523 w 4572002"/>
                  <a:gd name="connsiteY221" fmla="*/ 4002410 h 6858002"/>
                  <a:gd name="connsiteX222" fmla="*/ 4157913 w 4572002"/>
                  <a:gd name="connsiteY222" fmla="*/ 3962160 h 6858002"/>
                  <a:gd name="connsiteX223" fmla="*/ 4157913 w 4572002"/>
                  <a:gd name="connsiteY223" fmla="*/ 3962159 h 6858002"/>
                  <a:gd name="connsiteX224" fmla="*/ 4126028 w 4572002"/>
                  <a:gd name="connsiteY224" fmla="*/ 3885338 h 6858002"/>
                  <a:gd name="connsiteX225" fmla="*/ 4126028 w 4572002"/>
                  <a:gd name="connsiteY225" fmla="*/ 3885337 h 6858002"/>
                  <a:gd name="connsiteX226" fmla="*/ 4116645 w 4572002"/>
                  <a:gd name="connsiteY226" fmla="*/ 3852620 h 6858002"/>
                  <a:gd name="connsiteX227" fmla="*/ 4130980 w 4572002"/>
                  <a:gd name="connsiteY227" fmla="*/ 3822473 h 6858002"/>
                  <a:gd name="connsiteX228" fmla="*/ 4145911 w 4572002"/>
                  <a:gd name="connsiteY228" fmla="*/ 3789777 h 6858002"/>
                  <a:gd name="connsiteX229" fmla="*/ 4145911 w 4572002"/>
                  <a:gd name="connsiteY229" fmla="*/ 3789776 h 6858002"/>
                  <a:gd name="connsiteX230" fmla="*/ 4139554 w 4572002"/>
                  <a:gd name="connsiteY230" fmla="*/ 3754652 h 6858002"/>
                  <a:gd name="connsiteX231" fmla="*/ 4139172 w 4572002"/>
                  <a:gd name="connsiteY231" fmla="*/ 3734838 h 6858002"/>
                  <a:gd name="connsiteX232" fmla="*/ 4143220 w 4572002"/>
                  <a:gd name="connsiteY232" fmla="*/ 3680164 h 6858002"/>
                  <a:gd name="connsiteX233" fmla="*/ 4143220 w 4572002"/>
                  <a:gd name="connsiteY233" fmla="*/ 3680163 h 6858002"/>
                  <a:gd name="connsiteX234" fmla="*/ 4140382 w 4572002"/>
                  <a:gd name="connsiteY234" fmla="*/ 3668940 h 6858002"/>
                  <a:gd name="connsiteX235" fmla="*/ 4136708 w 4572002"/>
                  <a:gd name="connsiteY235" fmla="*/ 3654416 h 6858002"/>
                  <a:gd name="connsiteX236" fmla="*/ 4136708 w 4572002"/>
                  <a:gd name="connsiteY236" fmla="*/ 3654416 h 6858002"/>
                  <a:gd name="connsiteX237" fmla="*/ 4136708 w 4572002"/>
                  <a:gd name="connsiteY237" fmla="*/ 3654415 h 6858002"/>
                  <a:gd name="connsiteX238" fmla="*/ 4118979 w 4572002"/>
                  <a:gd name="connsiteY238" fmla="*/ 3630632 h 6858002"/>
                  <a:gd name="connsiteX239" fmla="*/ 4105453 w 4572002"/>
                  <a:gd name="connsiteY239" fmla="*/ 3606817 h 6858002"/>
                  <a:gd name="connsiteX240" fmla="*/ 4095707 w 4572002"/>
                  <a:gd name="connsiteY240" fmla="*/ 3587174 h 6858002"/>
                  <a:gd name="connsiteX241" fmla="*/ 4093355 w 4572002"/>
                  <a:gd name="connsiteY241" fmla="*/ 3574408 h 6858002"/>
                  <a:gd name="connsiteX242" fmla="*/ 4098434 w 4572002"/>
                  <a:gd name="connsiteY242" fmla="*/ 3562321 h 6858002"/>
                  <a:gd name="connsiteX243" fmla="*/ 4110977 w 4572002"/>
                  <a:gd name="connsiteY243" fmla="*/ 3544714 h 6858002"/>
                  <a:gd name="connsiteX244" fmla="*/ 4133076 w 4572002"/>
                  <a:gd name="connsiteY244" fmla="*/ 3489468 h 6858002"/>
                  <a:gd name="connsiteX245" fmla="*/ 4180703 w 4572002"/>
                  <a:gd name="connsiteY245" fmla="*/ 3172655 h 6858002"/>
                  <a:gd name="connsiteX246" fmla="*/ 4193158 w 4572002"/>
                  <a:gd name="connsiteY246" fmla="*/ 3077402 h 6858002"/>
                  <a:gd name="connsiteX247" fmla="*/ 4193158 w 4572002"/>
                  <a:gd name="connsiteY247" fmla="*/ 3077401 h 6858002"/>
                  <a:gd name="connsiteX248" fmla="*/ 4181465 w 4572002"/>
                  <a:gd name="connsiteY248" fmla="*/ 2982148 h 6858002"/>
                  <a:gd name="connsiteX249" fmla="*/ 4177881 w 4572002"/>
                  <a:gd name="connsiteY249" fmla="*/ 2947863 h 6858002"/>
                  <a:gd name="connsiteX250" fmla="*/ 4177882 w 4572002"/>
                  <a:gd name="connsiteY250" fmla="*/ 2947858 h 6858002"/>
                  <a:gd name="connsiteX251" fmla="*/ 4185787 w 4572002"/>
                  <a:gd name="connsiteY251" fmla="*/ 2903551 h 6858002"/>
                  <a:gd name="connsiteX252" fmla="*/ 4202421 w 4572002"/>
                  <a:gd name="connsiteY252" fmla="*/ 2848794 h 6858002"/>
                  <a:gd name="connsiteX253" fmla="*/ 4211111 w 4572002"/>
                  <a:gd name="connsiteY253" fmla="*/ 2836173 h 6858002"/>
                  <a:gd name="connsiteX254" fmla="*/ 3726625 w 4572002"/>
                  <a:gd name="connsiteY254" fmla="*/ 1508458 h 6858002"/>
                  <a:gd name="connsiteX255" fmla="*/ 3698531 w 4572002"/>
                  <a:gd name="connsiteY255" fmla="*/ 1596214 h 6858002"/>
                  <a:gd name="connsiteX256" fmla="*/ 3700436 w 4572002"/>
                  <a:gd name="connsiteY256" fmla="*/ 1624981 h 6858002"/>
                  <a:gd name="connsiteX257" fmla="*/ 3757017 w 4572002"/>
                  <a:gd name="connsiteY257" fmla="*/ 1697754 h 6858002"/>
                  <a:gd name="connsiteX258" fmla="*/ 3779686 w 4572002"/>
                  <a:gd name="connsiteY258" fmla="*/ 1733189 h 6858002"/>
                  <a:gd name="connsiteX259" fmla="*/ 3821407 w 4572002"/>
                  <a:gd name="connsiteY259" fmla="*/ 1833776 h 6858002"/>
                  <a:gd name="connsiteX260" fmla="*/ 3829028 w 4572002"/>
                  <a:gd name="connsiteY260" fmla="*/ 1842159 h 6858002"/>
                  <a:gd name="connsiteX261" fmla="*/ 3919519 w 4572002"/>
                  <a:gd name="connsiteY261" fmla="*/ 1916455 h 6858002"/>
                  <a:gd name="connsiteX262" fmla="*/ 3934949 w 4572002"/>
                  <a:gd name="connsiteY262" fmla="*/ 1933220 h 6858002"/>
                  <a:gd name="connsiteX263" fmla="*/ 3958954 w 4572002"/>
                  <a:gd name="connsiteY263" fmla="*/ 1953414 h 6858002"/>
                  <a:gd name="connsiteX264" fmla="*/ 4005437 w 4572002"/>
                  <a:gd name="connsiteY264" fmla="*/ 2016470 h 6858002"/>
                  <a:gd name="connsiteX265" fmla="*/ 4020296 w 4572002"/>
                  <a:gd name="connsiteY265" fmla="*/ 2094579 h 6858002"/>
                  <a:gd name="connsiteX266" fmla="*/ 4042967 w 4572002"/>
                  <a:gd name="connsiteY266" fmla="*/ 2188880 h 6858002"/>
                  <a:gd name="connsiteX267" fmla="*/ 4058207 w 4572002"/>
                  <a:gd name="connsiteY267" fmla="*/ 2228315 h 6858002"/>
                  <a:gd name="connsiteX268" fmla="*/ 4087164 w 4572002"/>
                  <a:gd name="connsiteY268" fmla="*/ 2334045 h 6858002"/>
                  <a:gd name="connsiteX269" fmla="*/ 4111549 w 4572002"/>
                  <a:gd name="connsiteY269" fmla="*/ 2409486 h 6858002"/>
                  <a:gd name="connsiteX270" fmla="*/ 4128650 w 4572002"/>
                  <a:gd name="connsiteY270" fmla="*/ 2435913 h 6858002"/>
                  <a:gd name="connsiteX271" fmla="*/ 4134481 w 4572002"/>
                  <a:gd name="connsiteY271" fmla="*/ 2463018 h 6858002"/>
                  <a:gd name="connsiteX272" fmla="*/ 4125839 w 4572002"/>
                  <a:gd name="connsiteY272" fmla="*/ 2518262 h 6858002"/>
                  <a:gd name="connsiteX273" fmla="*/ 4125838 w 4572002"/>
                  <a:gd name="connsiteY273" fmla="*/ 2518264 h 6858002"/>
                  <a:gd name="connsiteX274" fmla="*/ 4122194 w 4572002"/>
                  <a:gd name="connsiteY274" fmla="*/ 2545006 h 6858002"/>
                  <a:gd name="connsiteX275" fmla="*/ 4122194 w 4572002"/>
                  <a:gd name="connsiteY275" fmla="*/ 2545007 h 6858002"/>
                  <a:gd name="connsiteX276" fmla="*/ 4126408 w 4572002"/>
                  <a:gd name="connsiteY276" fmla="*/ 2571035 h 6858002"/>
                  <a:gd name="connsiteX277" fmla="*/ 4199563 w 4572002"/>
                  <a:gd name="connsiteY277" fmla="*/ 2668002 h 6858002"/>
                  <a:gd name="connsiteX278" fmla="*/ 4247953 w 4572002"/>
                  <a:gd name="connsiteY278" fmla="*/ 2745349 h 6858002"/>
                  <a:gd name="connsiteX279" fmla="*/ 4247954 w 4572002"/>
                  <a:gd name="connsiteY279" fmla="*/ 2745352 h 6858002"/>
                  <a:gd name="connsiteX280" fmla="*/ 4253873 w 4572002"/>
                  <a:gd name="connsiteY280" fmla="*/ 2778006 h 6858002"/>
                  <a:gd name="connsiteX281" fmla="*/ 4253453 w 4572002"/>
                  <a:gd name="connsiteY281" fmla="*/ 2785440 h 6858002"/>
                  <a:gd name="connsiteX282" fmla="*/ 4243374 w 4572002"/>
                  <a:gd name="connsiteY282" fmla="*/ 2811780 h 6858002"/>
                  <a:gd name="connsiteX283" fmla="*/ 4243371 w 4572002"/>
                  <a:gd name="connsiteY283" fmla="*/ 2811787 h 6858002"/>
                  <a:gd name="connsiteX284" fmla="*/ 4243372 w 4572002"/>
                  <a:gd name="connsiteY284" fmla="*/ 2811787 h 6858002"/>
                  <a:gd name="connsiteX285" fmla="*/ 4243374 w 4572002"/>
                  <a:gd name="connsiteY285" fmla="*/ 2811780 h 6858002"/>
                  <a:gd name="connsiteX286" fmla="*/ 4253025 w 4572002"/>
                  <a:gd name="connsiteY286" fmla="*/ 2793023 h 6858002"/>
                  <a:gd name="connsiteX287" fmla="*/ 4253453 w 4572002"/>
                  <a:gd name="connsiteY287" fmla="*/ 2785440 h 6858002"/>
                  <a:gd name="connsiteX288" fmla="*/ 4254654 w 4572002"/>
                  <a:gd name="connsiteY288" fmla="*/ 2782305 h 6858002"/>
                  <a:gd name="connsiteX289" fmla="*/ 4253873 w 4572002"/>
                  <a:gd name="connsiteY289" fmla="*/ 2778006 h 6858002"/>
                  <a:gd name="connsiteX290" fmla="*/ 4254284 w 4572002"/>
                  <a:gd name="connsiteY290" fmla="*/ 2770758 h 6858002"/>
                  <a:gd name="connsiteX291" fmla="*/ 4247954 w 4572002"/>
                  <a:gd name="connsiteY291" fmla="*/ 2745352 h 6858002"/>
                  <a:gd name="connsiteX292" fmla="*/ 4247953 w 4572002"/>
                  <a:gd name="connsiteY292" fmla="*/ 2745348 h 6858002"/>
                  <a:gd name="connsiteX293" fmla="*/ 4199563 w 4572002"/>
                  <a:gd name="connsiteY293" fmla="*/ 2668001 h 6858002"/>
                  <a:gd name="connsiteX294" fmla="*/ 4126408 w 4572002"/>
                  <a:gd name="connsiteY294" fmla="*/ 2571034 h 6858002"/>
                  <a:gd name="connsiteX295" fmla="*/ 4122194 w 4572002"/>
                  <a:gd name="connsiteY295" fmla="*/ 2545007 h 6858002"/>
                  <a:gd name="connsiteX296" fmla="*/ 4125838 w 4572002"/>
                  <a:gd name="connsiteY296" fmla="*/ 2518265 h 6858002"/>
                  <a:gd name="connsiteX297" fmla="*/ 4125839 w 4572002"/>
                  <a:gd name="connsiteY297" fmla="*/ 2518262 h 6858002"/>
                  <a:gd name="connsiteX298" fmla="*/ 4132419 w 4572002"/>
                  <a:gd name="connsiteY298" fmla="*/ 2490551 h 6858002"/>
                  <a:gd name="connsiteX299" fmla="*/ 4134481 w 4572002"/>
                  <a:gd name="connsiteY299" fmla="*/ 2463018 h 6858002"/>
                  <a:gd name="connsiteX300" fmla="*/ 4134481 w 4572002"/>
                  <a:gd name="connsiteY300" fmla="*/ 2463017 h 6858002"/>
                  <a:gd name="connsiteX301" fmla="*/ 4111549 w 4572002"/>
                  <a:gd name="connsiteY301" fmla="*/ 2409485 h 6858002"/>
                  <a:gd name="connsiteX302" fmla="*/ 4087164 w 4572002"/>
                  <a:gd name="connsiteY302" fmla="*/ 2334044 h 6858002"/>
                  <a:gd name="connsiteX303" fmla="*/ 4058207 w 4572002"/>
                  <a:gd name="connsiteY303" fmla="*/ 2228314 h 6858002"/>
                  <a:gd name="connsiteX304" fmla="*/ 4042967 w 4572002"/>
                  <a:gd name="connsiteY304" fmla="*/ 2188879 h 6858002"/>
                  <a:gd name="connsiteX305" fmla="*/ 4020296 w 4572002"/>
                  <a:gd name="connsiteY305" fmla="*/ 2094578 h 6858002"/>
                  <a:gd name="connsiteX306" fmla="*/ 4005437 w 4572002"/>
                  <a:gd name="connsiteY306" fmla="*/ 2016469 h 6858002"/>
                  <a:gd name="connsiteX307" fmla="*/ 3958954 w 4572002"/>
                  <a:gd name="connsiteY307" fmla="*/ 1953413 h 6858002"/>
                  <a:gd name="connsiteX308" fmla="*/ 3934949 w 4572002"/>
                  <a:gd name="connsiteY308" fmla="*/ 1933219 h 6858002"/>
                  <a:gd name="connsiteX309" fmla="*/ 3919519 w 4572002"/>
                  <a:gd name="connsiteY309" fmla="*/ 1916454 h 6858002"/>
                  <a:gd name="connsiteX310" fmla="*/ 3829028 w 4572002"/>
                  <a:gd name="connsiteY310" fmla="*/ 1842158 h 6858002"/>
                  <a:gd name="connsiteX311" fmla="*/ 3821407 w 4572002"/>
                  <a:gd name="connsiteY311" fmla="*/ 1833775 h 6858002"/>
                  <a:gd name="connsiteX312" fmla="*/ 3779686 w 4572002"/>
                  <a:gd name="connsiteY312" fmla="*/ 1733188 h 6858002"/>
                  <a:gd name="connsiteX313" fmla="*/ 3757018 w 4572002"/>
                  <a:gd name="connsiteY313" fmla="*/ 1697753 h 6858002"/>
                  <a:gd name="connsiteX314" fmla="*/ 3700436 w 4572002"/>
                  <a:gd name="connsiteY314" fmla="*/ 1624980 h 6858002"/>
                  <a:gd name="connsiteX315" fmla="*/ 3698532 w 4572002"/>
                  <a:gd name="connsiteY315" fmla="*/ 1596213 h 6858002"/>
                  <a:gd name="connsiteX316" fmla="*/ 3745230 w 4572002"/>
                  <a:gd name="connsiteY316" fmla="*/ 1459073 h 6858002"/>
                  <a:gd name="connsiteX317" fmla="*/ 3745229 w 4572002"/>
                  <a:gd name="connsiteY317" fmla="*/ 1459074 h 6858002"/>
                  <a:gd name="connsiteX318" fmla="*/ 3736012 w 4572002"/>
                  <a:gd name="connsiteY318" fmla="*/ 1481572 h 6858002"/>
                  <a:gd name="connsiteX319" fmla="*/ 3764423 w 4572002"/>
                  <a:gd name="connsiteY319" fmla="*/ 1268758 h 6858002"/>
                  <a:gd name="connsiteX320" fmla="*/ 3769590 w 4572002"/>
                  <a:gd name="connsiteY320" fmla="*/ 1286070 h 6858002"/>
                  <a:gd name="connsiteX321" fmla="*/ 3791927 w 4572002"/>
                  <a:gd name="connsiteY321" fmla="*/ 1350628 h 6858002"/>
                  <a:gd name="connsiteX322" fmla="*/ 3786333 w 4572002"/>
                  <a:gd name="connsiteY322" fmla="*/ 1413840 h 6858002"/>
                  <a:gd name="connsiteX323" fmla="*/ 3791928 w 4572002"/>
                  <a:gd name="connsiteY323" fmla="*/ 1350627 h 6858002"/>
                  <a:gd name="connsiteX324" fmla="*/ 3769590 w 4572002"/>
                  <a:gd name="connsiteY324" fmla="*/ 1286069 h 6858002"/>
                  <a:gd name="connsiteX325" fmla="*/ 3706152 w 4572002"/>
                  <a:gd name="connsiteY325" fmla="*/ 773035 h 6858002"/>
                  <a:gd name="connsiteX326" fmla="*/ 3706152 w 4572002"/>
                  <a:gd name="connsiteY326" fmla="*/ 773036 h 6858002"/>
                  <a:gd name="connsiteX327" fmla="*/ 3714152 w 4572002"/>
                  <a:gd name="connsiteY327" fmla="*/ 854380 h 6858002"/>
                  <a:gd name="connsiteX328" fmla="*/ 3745205 w 4572002"/>
                  <a:gd name="connsiteY328" fmla="*/ 915344 h 6858002"/>
                  <a:gd name="connsiteX329" fmla="*/ 3755683 w 4572002"/>
                  <a:gd name="connsiteY329" fmla="*/ 927156 h 6858002"/>
                  <a:gd name="connsiteX330" fmla="*/ 3752063 w 4572002"/>
                  <a:gd name="connsiteY330" fmla="*/ 1097088 h 6858002"/>
                  <a:gd name="connsiteX331" fmla="*/ 3747681 w 4572002"/>
                  <a:gd name="connsiteY331" fmla="*/ 1123186 h 6858002"/>
                  <a:gd name="connsiteX332" fmla="*/ 3772400 w 4572002"/>
                  <a:gd name="connsiteY332" fmla="*/ 1184029 h 6858002"/>
                  <a:gd name="connsiteX333" fmla="*/ 3747682 w 4572002"/>
                  <a:gd name="connsiteY333" fmla="*/ 1123185 h 6858002"/>
                  <a:gd name="connsiteX334" fmla="*/ 3752064 w 4572002"/>
                  <a:gd name="connsiteY334" fmla="*/ 1097087 h 6858002"/>
                  <a:gd name="connsiteX335" fmla="*/ 3755684 w 4572002"/>
                  <a:gd name="connsiteY335" fmla="*/ 927155 h 6858002"/>
                  <a:gd name="connsiteX336" fmla="*/ 3745206 w 4572002"/>
                  <a:gd name="connsiteY336" fmla="*/ 915343 h 6858002"/>
                  <a:gd name="connsiteX337" fmla="*/ 3714152 w 4572002"/>
                  <a:gd name="connsiteY337" fmla="*/ 854379 h 6858002"/>
                  <a:gd name="connsiteX338" fmla="*/ 3761553 w 4572002"/>
                  <a:gd name="connsiteY338" fmla="*/ 517851 h 6858002"/>
                  <a:gd name="connsiteX339" fmla="*/ 3752635 w 4572002"/>
                  <a:gd name="connsiteY339" fmla="*/ 556048 h 6858002"/>
                  <a:gd name="connsiteX340" fmla="*/ 3746157 w 4572002"/>
                  <a:gd name="connsiteY340" fmla="*/ 580051 h 6858002"/>
                  <a:gd name="connsiteX341" fmla="*/ 3742776 w 4572002"/>
                  <a:gd name="connsiteY341" fmla="*/ 642538 h 6858002"/>
                  <a:gd name="connsiteX342" fmla="*/ 3730253 w 4572002"/>
                  <a:gd name="connsiteY342" fmla="*/ 694928 h 6858002"/>
                  <a:gd name="connsiteX343" fmla="*/ 3742777 w 4572002"/>
                  <a:gd name="connsiteY343" fmla="*/ 642537 h 6858002"/>
                  <a:gd name="connsiteX344" fmla="*/ 3746158 w 4572002"/>
                  <a:gd name="connsiteY344" fmla="*/ 580050 h 6858002"/>
                  <a:gd name="connsiteX345" fmla="*/ 3752636 w 4572002"/>
                  <a:gd name="connsiteY345" fmla="*/ 556047 h 6858002"/>
                  <a:gd name="connsiteX346" fmla="*/ 3774848 w 4572002"/>
                  <a:gd name="connsiteY346" fmla="*/ 298169 h 6858002"/>
                  <a:gd name="connsiteX347" fmla="*/ 3760065 w 4572002"/>
                  <a:gd name="connsiteY347" fmla="*/ 313534 h 6858002"/>
                  <a:gd name="connsiteX348" fmla="*/ 3759493 w 4572002"/>
                  <a:gd name="connsiteY348" fmla="*/ 338871 h 6858002"/>
                  <a:gd name="connsiteX349" fmla="*/ 3759500 w 4572002"/>
                  <a:gd name="connsiteY349" fmla="*/ 338900 h 6858002"/>
                  <a:gd name="connsiteX350" fmla="*/ 3769400 w 4572002"/>
                  <a:gd name="connsiteY350" fmla="*/ 395640 h 6858002"/>
                  <a:gd name="connsiteX351" fmla="*/ 3765590 w 4572002"/>
                  <a:gd name="connsiteY351" fmla="*/ 367328 h 6858002"/>
                  <a:gd name="connsiteX352" fmla="*/ 3759500 w 4572002"/>
                  <a:gd name="connsiteY352" fmla="*/ 338900 h 6858002"/>
                  <a:gd name="connsiteX353" fmla="*/ 3759494 w 4572002"/>
                  <a:gd name="connsiteY353" fmla="*/ 338870 h 6858002"/>
                  <a:gd name="connsiteX354" fmla="*/ 3760066 w 4572002"/>
                  <a:gd name="connsiteY354" fmla="*/ 313533 h 6858002"/>
                  <a:gd name="connsiteX355" fmla="*/ 3782393 w 4572002"/>
                  <a:gd name="connsiteY355" fmla="*/ 281568 h 6858002"/>
                  <a:gd name="connsiteX356" fmla="*/ 3777498 w 4572002"/>
                  <a:gd name="connsiteY356" fmla="*/ 295415 h 6858002"/>
                  <a:gd name="connsiteX357" fmla="*/ 3777499 w 4572002"/>
                  <a:gd name="connsiteY357" fmla="*/ 295415 h 6858002"/>
                  <a:gd name="connsiteX358" fmla="*/ 3769073 w 4572002"/>
                  <a:gd name="connsiteY358" fmla="*/ 24486 h 6858002"/>
                  <a:gd name="connsiteX359" fmla="*/ 3766810 w 4572002"/>
                  <a:gd name="connsiteY359" fmla="*/ 74129 h 6858002"/>
                  <a:gd name="connsiteX360" fmla="*/ 3772734 w 4572002"/>
                  <a:gd name="connsiteY360" fmla="*/ 125861 h 6858002"/>
                  <a:gd name="connsiteX361" fmla="*/ 3777129 w 4572002"/>
                  <a:gd name="connsiteY361" fmla="*/ 153387 h 6858002"/>
                  <a:gd name="connsiteX362" fmla="*/ 3785402 w 4572002"/>
                  <a:gd name="connsiteY362" fmla="*/ 228944 h 6858002"/>
                  <a:gd name="connsiteX363" fmla="*/ 3780943 w 4572002"/>
                  <a:gd name="connsiteY363" fmla="*/ 177271 h 6858002"/>
                  <a:gd name="connsiteX364" fmla="*/ 3777129 w 4572002"/>
                  <a:gd name="connsiteY364" fmla="*/ 153387 h 6858002"/>
                  <a:gd name="connsiteX365" fmla="*/ 3776930 w 4572002"/>
                  <a:gd name="connsiteY365" fmla="*/ 151569 h 6858002"/>
                  <a:gd name="connsiteX366" fmla="*/ 3766811 w 4572002"/>
                  <a:gd name="connsiteY366" fmla="*/ 74129 h 6858002"/>
                  <a:gd name="connsiteX367" fmla="*/ 3766492 w 4572002"/>
                  <a:gd name="connsiteY367" fmla="*/ 0 h 6858002"/>
                  <a:gd name="connsiteX368" fmla="*/ 4230600 w 4572002"/>
                  <a:gd name="connsiteY368" fmla="*/ 0 h 6858002"/>
                  <a:gd name="connsiteX369" fmla="*/ 4229473 w 4572002"/>
                  <a:gd name="connsiteY369" fmla="*/ 2817 h 6858002"/>
                  <a:gd name="connsiteX370" fmla="*/ 4215375 w 4572002"/>
                  <a:gd name="connsiteY370" fmla="*/ 63587 h 6858002"/>
                  <a:gd name="connsiteX371" fmla="*/ 4201468 w 4572002"/>
                  <a:gd name="connsiteY371" fmla="*/ 176939 h 6858002"/>
                  <a:gd name="connsiteX372" fmla="*/ 4193466 w 4572002"/>
                  <a:gd name="connsiteY372" fmla="*/ 200182 h 6858002"/>
                  <a:gd name="connsiteX373" fmla="*/ 4155554 w 4572002"/>
                  <a:gd name="connsiteY373" fmla="*/ 340774 h 6858002"/>
                  <a:gd name="connsiteX374" fmla="*/ 4156319 w 4572002"/>
                  <a:gd name="connsiteY374" fmla="*/ 453364 h 6858002"/>
                  <a:gd name="connsiteX375" fmla="*/ 4158033 w 4572002"/>
                  <a:gd name="connsiteY375" fmla="*/ 462126 h 6858002"/>
                  <a:gd name="connsiteX376" fmla="*/ 4170605 w 4572002"/>
                  <a:gd name="connsiteY376" fmla="*/ 505182 h 6858002"/>
                  <a:gd name="connsiteX377" fmla="*/ 4167177 w 4572002"/>
                  <a:gd name="connsiteY377" fmla="*/ 571860 h 6858002"/>
                  <a:gd name="connsiteX378" fmla="*/ 4149840 w 4572002"/>
                  <a:gd name="connsiteY378" fmla="*/ 617772 h 6858002"/>
                  <a:gd name="connsiteX379" fmla="*/ 4149078 w 4572002"/>
                  <a:gd name="connsiteY379" fmla="*/ 674923 h 6858002"/>
                  <a:gd name="connsiteX380" fmla="*/ 4159937 w 4572002"/>
                  <a:gd name="connsiteY380" fmla="*/ 740268 h 6858002"/>
                  <a:gd name="connsiteX381" fmla="*/ 4162223 w 4572002"/>
                  <a:gd name="connsiteY381" fmla="*/ 769605 h 6858002"/>
                  <a:gd name="connsiteX382" fmla="*/ 4184703 w 4572002"/>
                  <a:gd name="connsiteY382" fmla="*/ 850189 h 6858002"/>
                  <a:gd name="connsiteX383" fmla="*/ 4179179 w 4572002"/>
                  <a:gd name="connsiteY383" fmla="*/ 898198 h 6858002"/>
                  <a:gd name="connsiteX384" fmla="*/ 4164319 w 4572002"/>
                  <a:gd name="connsiteY384" fmla="*/ 945444 h 6858002"/>
                  <a:gd name="connsiteX385" fmla="*/ 4150030 w 4572002"/>
                  <a:gd name="connsiteY385" fmla="*/ 975733 h 6858002"/>
                  <a:gd name="connsiteX386" fmla="*/ 4139934 w 4572002"/>
                  <a:gd name="connsiteY386" fmla="*/ 1036887 h 6858002"/>
                  <a:gd name="connsiteX387" fmla="*/ 4141458 w 4572002"/>
                  <a:gd name="connsiteY387" fmla="*/ 1048125 h 6858002"/>
                  <a:gd name="connsiteX388" fmla="*/ 4154032 w 4572002"/>
                  <a:gd name="connsiteY388" fmla="*/ 1230633 h 6858002"/>
                  <a:gd name="connsiteX389" fmla="*/ 4174225 w 4572002"/>
                  <a:gd name="connsiteY389" fmla="*/ 1303024 h 6858002"/>
                  <a:gd name="connsiteX390" fmla="*/ 4176701 w 4572002"/>
                  <a:gd name="connsiteY390" fmla="*/ 1318456 h 6858002"/>
                  <a:gd name="connsiteX391" fmla="*/ 4199372 w 4572002"/>
                  <a:gd name="connsiteY391" fmla="*/ 1472575 h 6858002"/>
                  <a:gd name="connsiteX392" fmla="*/ 4200325 w 4572002"/>
                  <a:gd name="connsiteY392" fmla="*/ 1489720 h 6858002"/>
                  <a:gd name="connsiteX393" fmla="*/ 4196324 w 4572002"/>
                  <a:gd name="connsiteY393" fmla="*/ 1537537 h 6858002"/>
                  <a:gd name="connsiteX394" fmla="*/ 4237474 w 4572002"/>
                  <a:gd name="connsiteY394" fmla="*/ 1650317 h 6858002"/>
                  <a:gd name="connsiteX395" fmla="*/ 4251572 w 4572002"/>
                  <a:gd name="connsiteY395" fmla="*/ 1763287 h 6858002"/>
                  <a:gd name="connsiteX396" fmla="*/ 4251380 w 4572002"/>
                  <a:gd name="connsiteY396" fmla="*/ 1825393 h 6858002"/>
                  <a:gd name="connsiteX397" fmla="*/ 4261478 w 4572002"/>
                  <a:gd name="connsiteY397" fmla="*/ 1869780 h 6858002"/>
                  <a:gd name="connsiteX398" fmla="*/ 4292149 w 4572002"/>
                  <a:gd name="connsiteY398" fmla="*/ 1978940 h 6858002"/>
                  <a:gd name="connsiteX399" fmla="*/ 4296911 w 4572002"/>
                  <a:gd name="connsiteY399" fmla="*/ 2030378 h 6858002"/>
                  <a:gd name="connsiteX400" fmla="*/ 4307201 w 4572002"/>
                  <a:gd name="connsiteY400" fmla="*/ 2085054 h 6858002"/>
                  <a:gd name="connsiteX401" fmla="*/ 4353302 w 4572002"/>
                  <a:gd name="connsiteY401" fmla="*/ 2220312 h 6858002"/>
                  <a:gd name="connsiteX402" fmla="*/ 4350636 w 4572002"/>
                  <a:gd name="connsiteY402" fmla="*/ 2330806 h 6858002"/>
                  <a:gd name="connsiteX403" fmla="*/ 4351206 w 4572002"/>
                  <a:gd name="connsiteY403" fmla="*/ 2401292 h 6858002"/>
                  <a:gd name="connsiteX404" fmla="*/ 4366446 w 4572002"/>
                  <a:gd name="connsiteY404" fmla="*/ 2485307 h 6858002"/>
                  <a:gd name="connsiteX405" fmla="*/ 4388736 w 4572002"/>
                  <a:gd name="connsiteY405" fmla="*/ 2554079 h 6858002"/>
                  <a:gd name="connsiteX406" fmla="*/ 4406453 w 4572002"/>
                  <a:gd name="connsiteY406" fmla="*/ 2649143 h 6858002"/>
                  <a:gd name="connsiteX407" fmla="*/ 4440554 w 4572002"/>
                  <a:gd name="connsiteY407" fmla="*/ 2743826 h 6858002"/>
                  <a:gd name="connsiteX408" fmla="*/ 4466653 w 4572002"/>
                  <a:gd name="connsiteY408" fmla="*/ 2809930 h 6858002"/>
                  <a:gd name="connsiteX409" fmla="*/ 4489705 w 4572002"/>
                  <a:gd name="connsiteY409" fmla="*/ 2901943 h 6858002"/>
                  <a:gd name="connsiteX410" fmla="*/ 4505897 w 4572002"/>
                  <a:gd name="connsiteY410" fmla="*/ 3042728 h 6858002"/>
                  <a:gd name="connsiteX411" fmla="*/ 4507613 w 4572002"/>
                  <a:gd name="connsiteY411" fmla="*/ 3107500 h 6858002"/>
                  <a:gd name="connsiteX412" fmla="*/ 4545521 w 4572002"/>
                  <a:gd name="connsiteY412" fmla="*/ 3209993 h 6858002"/>
                  <a:gd name="connsiteX413" fmla="*/ 4563811 w 4572002"/>
                  <a:gd name="connsiteY413" fmla="*/ 3253809 h 6858002"/>
                  <a:gd name="connsiteX414" fmla="*/ 4548570 w 4572002"/>
                  <a:gd name="connsiteY414" fmla="*/ 3293244 h 6858002"/>
                  <a:gd name="connsiteX415" fmla="*/ 4531043 w 4572002"/>
                  <a:gd name="connsiteY415" fmla="*/ 3318771 h 6858002"/>
                  <a:gd name="connsiteX416" fmla="*/ 4545904 w 4572002"/>
                  <a:gd name="connsiteY416" fmla="*/ 3399546 h 6858002"/>
                  <a:gd name="connsiteX417" fmla="*/ 4561524 w 4572002"/>
                  <a:gd name="connsiteY417" fmla="*/ 3485275 h 6858002"/>
                  <a:gd name="connsiteX418" fmla="*/ 4572002 w 4572002"/>
                  <a:gd name="connsiteY418" fmla="*/ 3546617 h 6858002"/>
                  <a:gd name="connsiteX419" fmla="*/ 4563620 w 4572002"/>
                  <a:gd name="connsiteY419" fmla="*/ 3623201 h 6858002"/>
                  <a:gd name="connsiteX420" fmla="*/ 4560192 w 4572002"/>
                  <a:gd name="connsiteY420" fmla="*/ 3683591 h 6858002"/>
                  <a:gd name="connsiteX421" fmla="*/ 4550476 w 4572002"/>
                  <a:gd name="connsiteY421" fmla="*/ 3732361 h 6858002"/>
                  <a:gd name="connsiteX422" fmla="*/ 4544759 w 4572002"/>
                  <a:gd name="connsiteY422" fmla="*/ 3749506 h 6858002"/>
                  <a:gd name="connsiteX423" fmla="*/ 4500182 w 4572002"/>
                  <a:gd name="connsiteY423" fmla="*/ 3885338 h 6858002"/>
                  <a:gd name="connsiteX424" fmla="*/ 4464557 w 4572002"/>
                  <a:gd name="connsiteY424" fmla="*/ 4030503 h 6858002"/>
                  <a:gd name="connsiteX425" fmla="*/ 4487039 w 4572002"/>
                  <a:gd name="connsiteY425" fmla="*/ 4124614 h 6858002"/>
                  <a:gd name="connsiteX426" fmla="*/ 4486656 w 4572002"/>
                  <a:gd name="connsiteY426" fmla="*/ 4159667 h 6858002"/>
                  <a:gd name="connsiteX427" fmla="*/ 4491801 w 4572002"/>
                  <a:gd name="connsiteY427" fmla="*/ 4320837 h 6858002"/>
                  <a:gd name="connsiteX428" fmla="*/ 4497325 w 4572002"/>
                  <a:gd name="connsiteY428" fmla="*/ 4349222 h 6858002"/>
                  <a:gd name="connsiteX429" fmla="*/ 4474653 w 4572002"/>
                  <a:gd name="connsiteY429" fmla="*/ 4502579 h 6858002"/>
                  <a:gd name="connsiteX430" fmla="*/ 4470844 w 4572002"/>
                  <a:gd name="connsiteY430" fmla="*/ 4558207 h 6858002"/>
                  <a:gd name="connsiteX431" fmla="*/ 4464557 w 4572002"/>
                  <a:gd name="connsiteY431" fmla="*/ 4609452 h 6858002"/>
                  <a:gd name="connsiteX432" fmla="*/ 4463033 w 4572002"/>
                  <a:gd name="connsiteY432" fmla="*/ 4681083 h 6858002"/>
                  <a:gd name="connsiteX433" fmla="*/ 4465891 w 4572002"/>
                  <a:gd name="connsiteY433" fmla="*/ 4755381 h 6858002"/>
                  <a:gd name="connsiteX434" fmla="*/ 4465319 w 4572002"/>
                  <a:gd name="connsiteY434" fmla="*/ 4838250 h 6858002"/>
                  <a:gd name="connsiteX435" fmla="*/ 4460367 w 4572002"/>
                  <a:gd name="connsiteY435" fmla="*/ 4871019 h 6858002"/>
                  <a:gd name="connsiteX436" fmla="*/ 4463795 w 4572002"/>
                  <a:gd name="connsiteY436" fmla="*/ 4959602 h 6858002"/>
                  <a:gd name="connsiteX437" fmla="*/ 4458082 w 4572002"/>
                  <a:gd name="connsiteY437" fmla="*/ 5006086 h 6858002"/>
                  <a:gd name="connsiteX438" fmla="*/ 4456937 w 4572002"/>
                  <a:gd name="connsiteY438" fmla="*/ 5082670 h 6858002"/>
                  <a:gd name="connsiteX439" fmla="*/ 4455603 w 4572002"/>
                  <a:gd name="connsiteY439" fmla="*/ 5107627 h 6858002"/>
                  <a:gd name="connsiteX440" fmla="*/ 4454840 w 4572002"/>
                  <a:gd name="connsiteY440" fmla="*/ 5129916 h 6858002"/>
                  <a:gd name="connsiteX441" fmla="*/ 4470464 w 4572002"/>
                  <a:gd name="connsiteY441" fmla="*/ 5206308 h 6858002"/>
                  <a:gd name="connsiteX442" fmla="*/ 4471415 w 4572002"/>
                  <a:gd name="connsiteY442" fmla="*/ 5274129 h 6858002"/>
                  <a:gd name="connsiteX443" fmla="*/ 4483990 w 4572002"/>
                  <a:gd name="connsiteY443" fmla="*/ 5393005 h 6858002"/>
                  <a:gd name="connsiteX444" fmla="*/ 4479607 w 4572002"/>
                  <a:gd name="connsiteY444" fmla="*/ 5419295 h 6858002"/>
                  <a:gd name="connsiteX445" fmla="*/ 4477894 w 4572002"/>
                  <a:gd name="connsiteY445" fmla="*/ 5501594 h 6858002"/>
                  <a:gd name="connsiteX446" fmla="*/ 4476560 w 4572002"/>
                  <a:gd name="connsiteY446" fmla="*/ 5548460 h 6858002"/>
                  <a:gd name="connsiteX447" fmla="*/ 4485703 w 4572002"/>
                  <a:gd name="connsiteY447" fmla="*/ 5606372 h 6858002"/>
                  <a:gd name="connsiteX448" fmla="*/ 4505134 w 4572002"/>
                  <a:gd name="connsiteY448" fmla="*/ 5706959 h 6858002"/>
                  <a:gd name="connsiteX449" fmla="*/ 4508183 w 4572002"/>
                  <a:gd name="connsiteY449" fmla="*/ 5733440 h 6858002"/>
                  <a:gd name="connsiteX450" fmla="*/ 4517519 w 4572002"/>
                  <a:gd name="connsiteY450" fmla="*/ 5781830 h 6858002"/>
                  <a:gd name="connsiteX451" fmla="*/ 4519234 w 4572002"/>
                  <a:gd name="connsiteY451" fmla="*/ 5790592 h 6858002"/>
                  <a:gd name="connsiteX452" fmla="*/ 4542855 w 4572002"/>
                  <a:gd name="connsiteY452" fmla="*/ 5864318 h 6858002"/>
                  <a:gd name="connsiteX453" fmla="*/ 4544759 w 4572002"/>
                  <a:gd name="connsiteY453" fmla="*/ 5902610 h 6858002"/>
                  <a:gd name="connsiteX454" fmla="*/ 4544951 w 4572002"/>
                  <a:gd name="connsiteY454" fmla="*/ 6012723 h 6858002"/>
                  <a:gd name="connsiteX455" fmla="*/ 4541332 w 4572002"/>
                  <a:gd name="connsiteY455" fmla="*/ 6059397 h 6858002"/>
                  <a:gd name="connsiteX456" fmla="*/ 4527426 w 4572002"/>
                  <a:gd name="connsiteY456" fmla="*/ 6171605 h 6858002"/>
                  <a:gd name="connsiteX457" fmla="*/ 4520568 w 4572002"/>
                  <a:gd name="connsiteY457" fmla="*/ 6242093 h 6858002"/>
                  <a:gd name="connsiteX458" fmla="*/ 4509706 w 4572002"/>
                  <a:gd name="connsiteY458" fmla="*/ 6323058 h 6858002"/>
                  <a:gd name="connsiteX459" fmla="*/ 4502848 w 4572002"/>
                  <a:gd name="connsiteY459" fmla="*/ 6415833 h 6858002"/>
                  <a:gd name="connsiteX460" fmla="*/ 4482084 w 4572002"/>
                  <a:gd name="connsiteY460" fmla="*/ 6584812 h 6858002"/>
                  <a:gd name="connsiteX461" fmla="*/ 4460557 w 4572002"/>
                  <a:gd name="connsiteY461" fmla="*/ 6748458 h 6858002"/>
                  <a:gd name="connsiteX462" fmla="*/ 4441507 w 4572002"/>
                  <a:gd name="connsiteY462" fmla="*/ 6815516 h 6858002"/>
                  <a:gd name="connsiteX463" fmla="*/ 4431806 w 4572002"/>
                  <a:gd name="connsiteY463" fmla="*/ 6858001 h 6858002"/>
                  <a:gd name="connsiteX464" fmla="*/ 4259554 w 4572002"/>
                  <a:gd name="connsiteY464" fmla="*/ 6858001 h 6858002"/>
                  <a:gd name="connsiteX465" fmla="*/ 4259554 w 4572002"/>
                  <a:gd name="connsiteY465" fmla="*/ 6858002 h 6858002"/>
                  <a:gd name="connsiteX466" fmla="*/ 0 w 4572002"/>
                  <a:gd name="connsiteY466" fmla="*/ 6858002 h 6858002"/>
                  <a:gd name="connsiteX467" fmla="*/ 0 w 4572002"/>
                  <a:gd name="connsiteY467" fmla="*/ 2 h 6858002"/>
                  <a:gd name="connsiteX468" fmla="*/ 3766492 w 4572002"/>
                  <a:gd name="connsiteY468" fmla="*/ 1 h 6858002"/>
                  <a:gd name="connsiteX469" fmla="*/ 3769210 w 4572002"/>
                  <a:gd name="connsiteY469" fmla="*/ 21486 h 6858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</a:cxnLst>
                <a:rect l="l" t="t" r="r" b="b"/>
                <a:pathLst>
                  <a:path w="4572002" h="6858002">
                    <a:moveTo>
                      <a:pt x="4214994" y="6564620"/>
                    </a:moveTo>
                    <a:lnTo>
                      <a:pt x="4214994" y="6564621"/>
                    </a:lnTo>
                    <a:cubicBezTo>
                      <a:pt x="4225281" y="6575479"/>
                      <a:pt x="4231378" y="6582147"/>
                      <a:pt x="4237474" y="6588626"/>
                    </a:cubicBezTo>
                    <a:lnTo>
                      <a:pt x="4254096" y="6625225"/>
                    </a:lnTo>
                    <a:lnTo>
                      <a:pt x="4247001" y="6662540"/>
                    </a:lnTo>
                    <a:lnTo>
                      <a:pt x="4247000" y="6662541"/>
                    </a:lnTo>
                    <a:lnTo>
                      <a:pt x="4246999" y="6662544"/>
                    </a:lnTo>
                    <a:lnTo>
                      <a:pt x="4235550" y="6683027"/>
                    </a:lnTo>
                    <a:lnTo>
                      <a:pt x="4232403" y="6702976"/>
                    </a:lnTo>
                    <a:lnTo>
                      <a:pt x="4232403" y="6702977"/>
                    </a:lnTo>
                    <a:cubicBezTo>
                      <a:pt x="4232808" y="6716169"/>
                      <a:pt x="4237951" y="6729219"/>
                      <a:pt x="4246238" y="6742553"/>
                    </a:cubicBezTo>
                    <a:lnTo>
                      <a:pt x="4246239" y="6742555"/>
                    </a:lnTo>
                    <a:lnTo>
                      <a:pt x="4265716" y="6812062"/>
                    </a:lnTo>
                    <a:lnTo>
                      <a:pt x="4265717" y="6812064"/>
                    </a:lnTo>
                    <a:lnTo>
                      <a:pt x="4265717" y="6812063"/>
                    </a:lnTo>
                    <a:lnTo>
                      <a:pt x="4265716" y="6812062"/>
                    </a:lnTo>
                    <a:lnTo>
                      <a:pt x="4260942" y="6776800"/>
                    </a:lnTo>
                    <a:lnTo>
                      <a:pt x="4246239" y="6742555"/>
                    </a:lnTo>
                    <a:lnTo>
                      <a:pt x="4246238" y="6742552"/>
                    </a:lnTo>
                    <a:lnTo>
                      <a:pt x="4232403" y="6702976"/>
                    </a:lnTo>
                    <a:lnTo>
                      <a:pt x="4246999" y="6662544"/>
                    </a:lnTo>
                    <a:lnTo>
                      <a:pt x="4247000" y="6662542"/>
                    </a:lnTo>
                    <a:lnTo>
                      <a:pt x="4247001" y="6662540"/>
                    </a:lnTo>
                    <a:lnTo>
                      <a:pt x="4254084" y="6645552"/>
                    </a:lnTo>
                    <a:lnTo>
                      <a:pt x="4254096" y="6625225"/>
                    </a:lnTo>
                    <a:lnTo>
                      <a:pt x="4254096" y="6625224"/>
                    </a:lnTo>
                    <a:cubicBezTo>
                      <a:pt x="4252000" y="6611341"/>
                      <a:pt x="4245951" y="6597578"/>
                      <a:pt x="4237474" y="6588625"/>
                    </a:cubicBezTo>
                    <a:close/>
                    <a:moveTo>
                      <a:pt x="4295315" y="6438981"/>
                    </a:moveTo>
                    <a:lnTo>
                      <a:pt x="4275385" y="6463840"/>
                    </a:lnTo>
                    <a:lnTo>
                      <a:pt x="4275382" y="6463849"/>
                    </a:lnTo>
                    <a:lnTo>
                      <a:pt x="4261587" y="6513012"/>
                    </a:lnTo>
                    <a:lnTo>
                      <a:pt x="4242781" y="6546194"/>
                    </a:lnTo>
                    <a:lnTo>
                      <a:pt x="4242781" y="6546195"/>
                    </a:lnTo>
                    <a:lnTo>
                      <a:pt x="4259120" y="6521804"/>
                    </a:lnTo>
                    <a:lnTo>
                      <a:pt x="4261587" y="6513012"/>
                    </a:lnTo>
                    <a:lnTo>
                      <a:pt x="4264398" y="6508052"/>
                    </a:lnTo>
                    <a:lnTo>
                      <a:pt x="4275382" y="6463849"/>
                    </a:lnTo>
                    <a:lnTo>
                      <a:pt x="4275385" y="6463841"/>
                    </a:lnTo>
                    <a:cubicBezTo>
                      <a:pt x="4278336" y="6451650"/>
                      <a:pt x="4285813" y="6444077"/>
                      <a:pt x="4295315" y="6438981"/>
                    </a:cubicBezTo>
                    <a:close/>
                    <a:moveTo>
                      <a:pt x="4381289" y="6365204"/>
                    </a:moveTo>
                    <a:lnTo>
                      <a:pt x="4380008" y="6387910"/>
                    </a:lnTo>
                    <a:lnTo>
                      <a:pt x="4378243" y="6391549"/>
                    </a:lnTo>
                    <a:lnTo>
                      <a:pt x="4370589" y="6407332"/>
                    </a:lnTo>
                    <a:lnTo>
                      <a:pt x="4370589" y="6407333"/>
                    </a:lnTo>
                    <a:lnTo>
                      <a:pt x="4378243" y="6391549"/>
                    </a:lnTo>
                    <a:lnTo>
                      <a:pt x="4380008" y="6387910"/>
                    </a:lnTo>
                    <a:close/>
                    <a:moveTo>
                      <a:pt x="4142220" y="4221391"/>
                    </a:moveTo>
                    <a:lnTo>
                      <a:pt x="4142220" y="4221392"/>
                    </a:lnTo>
                    <a:cubicBezTo>
                      <a:pt x="4142982" y="4232061"/>
                      <a:pt x="4143172" y="4243873"/>
                      <a:pt x="4147936" y="4253015"/>
                    </a:cubicBezTo>
                    <a:cubicBezTo>
                      <a:pt x="4160129" y="4277402"/>
                      <a:pt x="4175749" y="4300071"/>
                      <a:pt x="4187752" y="4324646"/>
                    </a:cubicBezTo>
                    <a:lnTo>
                      <a:pt x="4196706" y="4363891"/>
                    </a:lnTo>
                    <a:lnTo>
                      <a:pt x="4195944" y="4482004"/>
                    </a:lnTo>
                    <a:cubicBezTo>
                      <a:pt x="4193276" y="4546776"/>
                      <a:pt x="4192704" y="4612500"/>
                      <a:pt x="4135934" y="4659174"/>
                    </a:cubicBezTo>
                    <a:cubicBezTo>
                      <a:pt x="4131362" y="4662986"/>
                      <a:pt x="4128694" y="4671176"/>
                      <a:pt x="4127932" y="4677655"/>
                    </a:cubicBezTo>
                    <a:cubicBezTo>
                      <a:pt x="4124313" y="4707564"/>
                      <a:pt x="4123931" y="4738235"/>
                      <a:pt x="4118025" y="4767764"/>
                    </a:cubicBezTo>
                    <a:cubicBezTo>
                      <a:pt x="4115644" y="4779575"/>
                      <a:pt x="4114835" y="4790387"/>
                      <a:pt x="4116716" y="4800483"/>
                    </a:cubicBezTo>
                    <a:lnTo>
                      <a:pt x="4116716" y="4800484"/>
                    </a:lnTo>
                    <a:cubicBezTo>
                      <a:pt x="4118597" y="4810581"/>
                      <a:pt x="4123170" y="4819964"/>
                      <a:pt x="4131552" y="4828917"/>
                    </a:cubicBezTo>
                    <a:lnTo>
                      <a:pt x="4153733" y="4863343"/>
                    </a:lnTo>
                    <a:lnTo>
                      <a:pt x="4161262" y="4889275"/>
                    </a:lnTo>
                    <a:lnTo>
                      <a:pt x="4159557" y="4912168"/>
                    </a:lnTo>
                    <a:cubicBezTo>
                      <a:pt x="4157842" y="4919978"/>
                      <a:pt x="4157485" y="4927122"/>
                      <a:pt x="4158155" y="4933804"/>
                    </a:cubicBezTo>
                    <a:lnTo>
                      <a:pt x="4158155" y="4933805"/>
                    </a:lnTo>
                    <a:lnTo>
                      <a:pt x="4162914" y="4952673"/>
                    </a:lnTo>
                    <a:lnTo>
                      <a:pt x="4165707" y="4957454"/>
                    </a:lnTo>
                    <a:lnTo>
                      <a:pt x="4166985" y="4961456"/>
                    </a:lnTo>
                    <a:cubicBezTo>
                      <a:pt x="4171496" y="4970097"/>
                      <a:pt x="4177202" y="4978394"/>
                      <a:pt x="4182989" y="4987038"/>
                    </a:cubicBezTo>
                    <a:cubicBezTo>
                      <a:pt x="4194228" y="5003802"/>
                      <a:pt x="4208326" y="5022853"/>
                      <a:pt x="4209468" y="5041522"/>
                    </a:cubicBezTo>
                    <a:cubicBezTo>
                      <a:pt x="4210087" y="5052096"/>
                      <a:pt x="4213005" y="5062300"/>
                      <a:pt x="4216684" y="5072376"/>
                    </a:cubicBezTo>
                    <a:lnTo>
                      <a:pt x="4222587" y="5087441"/>
                    </a:lnTo>
                    <a:lnTo>
                      <a:pt x="4235615" y="5133220"/>
                    </a:lnTo>
                    <a:lnTo>
                      <a:pt x="4235616" y="5133225"/>
                    </a:lnTo>
                    <a:lnTo>
                      <a:pt x="4228901" y="5166113"/>
                    </a:lnTo>
                    <a:lnTo>
                      <a:pt x="4228901" y="5166114"/>
                    </a:lnTo>
                    <a:cubicBezTo>
                      <a:pt x="4228139" y="5167638"/>
                      <a:pt x="4228712" y="5169781"/>
                      <a:pt x="4229593" y="5172091"/>
                    </a:cubicBezTo>
                    <a:lnTo>
                      <a:pt x="4232139" y="5179068"/>
                    </a:lnTo>
                    <a:cubicBezTo>
                      <a:pt x="4235759" y="5196595"/>
                      <a:pt x="4235807" y="5213598"/>
                      <a:pt x="4231973" y="5229434"/>
                    </a:cubicBezTo>
                    <a:lnTo>
                      <a:pt x="4225669" y="5241089"/>
                    </a:lnTo>
                    <a:lnTo>
                      <a:pt x="4208517" y="5272796"/>
                    </a:lnTo>
                    <a:cubicBezTo>
                      <a:pt x="4196871" y="5285441"/>
                      <a:pt x="4189165" y="5298595"/>
                      <a:pt x="4184613" y="5312288"/>
                    </a:cubicBezTo>
                    <a:lnTo>
                      <a:pt x="4183557" y="5321350"/>
                    </a:lnTo>
                    <a:lnTo>
                      <a:pt x="4181083" y="5326163"/>
                    </a:lnTo>
                    <a:lnTo>
                      <a:pt x="4179637" y="5355014"/>
                    </a:lnTo>
                    <a:lnTo>
                      <a:pt x="4179637" y="5355015"/>
                    </a:lnTo>
                    <a:cubicBezTo>
                      <a:pt x="4180286" y="5364883"/>
                      <a:pt x="4181989" y="5375003"/>
                      <a:pt x="4184513" y="5385385"/>
                    </a:cubicBezTo>
                    <a:cubicBezTo>
                      <a:pt x="4187752" y="5398722"/>
                      <a:pt x="4190038" y="5412058"/>
                      <a:pt x="4192704" y="5425583"/>
                    </a:cubicBezTo>
                    <a:cubicBezTo>
                      <a:pt x="4196514" y="5443871"/>
                      <a:pt x="4200516" y="5462352"/>
                      <a:pt x="4204327" y="5480638"/>
                    </a:cubicBezTo>
                    <a:lnTo>
                      <a:pt x="4208850" y="5507668"/>
                    </a:lnTo>
                    <a:lnTo>
                      <a:pt x="4198232" y="5531692"/>
                    </a:lnTo>
                    <a:lnTo>
                      <a:pt x="4198231" y="5531693"/>
                    </a:lnTo>
                    <a:cubicBezTo>
                      <a:pt x="4191181" y="5537600"/>
                      <a:pt x="4187989" y="5542649"/>
                      <a:pt x="4188085" y="5547578"/>
                    </a:cubicBezTo>
                    <a:lnTo>
                      <a:pt x="4188085" y="5547579"/>
                    </a:lnTo>
                    <a:cubicBezTo>
                      <a:pt x="4188180" y="5552508"/>
                      <a:pt x="4191562" y="5557318"/>
                      <a:pt x="4197659" y="5562747"/>
                    </a:cubicBezTo>
                    <a:cubicBezTo>
                      <a:pt x="4240332" y="5600468"/>
                      <a:pt x="4267003" y="5646190"/>
                      <a:pt x="4268907" y="5704484"/>
                    </a:cubicBezTo>
                    <a:cubicBezTo>
                      <a:pt x="4269289" y="5716486"/>
                      <a:pt x="4271954" y="5728679"/>
                      <a:pt x="4274812" y="5740489"/>
                    </a:cubicBezTo>
                    <a:cubicBezTo>
                      <a:pt x="4276527" y="5747729"/>
                      <a:pt x="4278433" y="5756494"/>
                      <a:pt x="4283578" y="5760874"/>
                    </a:cubicBezTo>
                    <a:cubicBezTo>
                      <a:pt x="4322821" y="5794975"/>
                      <a:pt x="4350063" y="5837458"/>
                      <a:pt x="4371973" y="5883752"/>
                    </a:cubicBezTo>
                    <a:lnTo>
                      <a:pt x="4371974" y="5883757"/>
                    </a:lnTo>
                    <a:lnTo>
                      <a:pt x="4389877" y="5935946"/>
                    </a:lnTo>
                    <a:lnTo>
                      <a:pt x="4389878" y="5935950"/>
                    </a:lnTo>
                    <a:lnTo>
                      <a:pt x="4386259" y="5993290"/>
                    </a:lnTo>
                    <a:lnTo>
                      <a:pt x="4386259" y="5993291"/>
                    </a:lnTo>
                    <a:cubicBezTo>
                      <a:pt x="4385116" y="6004531"/>
                      <a:pt x="4385306" y="6017485"/>
                      <a:pt x="4379782" y="6026440"/>
                    </a:cubicBezTo>
                    <a:cubicBezTo>
                      <a:pt x="4362445" y="6054825"/>
                      <a:pt x="4343778" y="6082258"/>
                      <a:pt x="4323583" y="6108738"/>
                    </a:cubicBezTo>
                    <a:cubicBezTo>
                      <a:pt x="4314914" y="6120074"/>
                      <a:pt x="4309961" y="6126884"/>
                      <a:pt x="4309890" y="6133314"/>
                    </a:cubicBezTo>
                    <a:lnTo>
                      <a:pt x="4309890" y="6133315"/>
                    </a:lnTo>
                    <a:lnTo>
                      <a:pt x="4313591" y="6143190"/>
                    </a:lnTo>
                    <a:lnTo>
                      <a:pt x="4325486" y="6155600"/>
                    </a:lnTo>
                    <a:lnTo>
                      <a:pt x="4325488" y="6155603"/>
                    </a:lnTo>
                    <a:cubicBezTo>
                      <a:pt x="4347778" y="6175798"/>
                      <a:pt x="4359398" y="6200945"/>
                      <a:pt x="4364160" y="6228757"/>
                    </a:cubicBezTo>
                    <a:lnTo>
                      <a:pt x="4381497" y="6361540"/>
                    </a:lnTo>
                    <a:lnTo>
                      <a:pt x="4381497" y="6361539"/>
                    </a:lnTo>
                    <a:cubicBezTo>
                      <a:pt x="4377877" y="6317151"/>
                      <a:pt x="4371590" y="6272764"/>
                      <a:pt x="4364160" y="6228756"/>
                    </a:cubicBezTo>
                    <a:cubicBezTo>
                      <a:pt x="4359398" y="6200944"/>
                      <a:pt x="4347778" y="6175797"/>
                      <a:pt x="4325488" y="6155602"/>
                    </a:cubicBezTo>
                    <a:lnTo>
                      <a:pt x="4325486" y="6155600"/>
                    </a:lnTo>
                    <a:lnTo>
                      <a:pt x="4309890" y="6133315"/>
                    </a:lnTo>
                    <a:lnTo>
                      <a:pt x="4323583" y="6108739"/>
                    </a:lnTo>
                    <a:cubicBezTo>
                      <a:pt x="4343778" y="6082259"/>
                      <a:pt x="4362445" y="6054826"/>
                      <a:pt x="4379782" y="6026441"/>
                    </a:cubicBezTo>
                    <a:cubicBezTo>
                      <a:pt x="4385306" y="6017486"/>
                      <a:pt x="4385116" y="6004532"/>
                      <a:pt x="4386259" y="5993292"/>
                    </a:cubicBezTo>
                    <a:lnTo>
                      <a:pt x="4386259" y="5993290"/>
                    </a:lnTo>
                    <a:lnTo>
                      <a:pt x="4389712" y="5964477"/>
                    </a:lnTo>
                    <a:lnTo>
                      <a:pt x="4389878" y="5935950"/>
                    </a:lnTo>
                    <a:lnTo>
                      <a:pt x="4389878" y="5935949"/>
                    </a:lnTo>
                    <a:lnTo>
                      <a:pt x="4389877" y="5935946"/>
                    </a:lnTo>
                    <a:lnTo>
                      <a:pt x="4382997" y="5909351"/>
                    </a:lnTo>
                    <a:lnTo>
                      <a:pt x="4371974" y="5883757"/>
                    </a:lnTo>
                    <a:lnTo>
                      <a:pt x="4371973" y="5883751"/>
                    </a:lnTo>
                    <a:cubicBezTo>
                      <a:pt x="4350063" y="5837457"/>
                      <a:pt x="4322821" y="5794974"/>
                      <a:pt x="4283578" y="5760873"/>
                    </a:cubicBezTo>
                    <a:cubicBezTo>
                      <a:pt x="4278433" y="5756493"/>
                      <a:pt x="4276527" y="5747728"/>
                      <a:pt x="4274812" y="5740488"/>
                    </a:cubicBezTo>
                    <a:cubicBezTo>
                      <a:pt x="4271954" y="5728678"/>
                      <a:pt x="4269289" y="5716485"/>
                      <a:pt x="4268907" y="5704483"/>
                    </a:cubicBezTo>
                    <a:cubicBezTo>
                      <a:pt x="4267003" y="5646189"/>
                      <a:pt x="4240332" y="5600467"/>
                      <a:pt x="4197659" y="5562746"/>
                    </a:cubicBezTo>
                    <a:lnTo>
                      <a:pt x="4188085" y="5547578"/>
                    </a:lnTo>
                    <a:lnTo>
                      <a:pt x="4198231" y="5531694"/>
                    </a:lnTo>
                    <a:lnTo>
                      <a:pt x="4198232" y="5531692"/>
                    </a:lnTo>
                    <a:lnTo>
                      <a:pt x="4206630" y="5520422"/>
                    </a:lnTo>
                    <a:lnTo>
                      <a:pt x="4208850" y="5507668"/>
                    </a:lnTo>
                    <a:lnTo>
                      <a:pt x="4208850" y="5507667"/>
                    </a:lnTo>
                    <a:cubicBezTo>
                      <a:pt x="4208803" y="5498832"/>
                      <a:pt x="4206231" y="5489497"/>
                      <a:pt x="4204327" y="5480637"/>
                    </a:cubicBezTo>
                    <a:cubicBezTo>
                      <a:pt x="4200516" y="5462351"/>
                      <a:pt x="4196514" y="5443870"/>
                      <a:pt x="4192704" y="5425582"/>
                    </a:cubicBezTo>
                    <a:cubicBezTo>
                      <a:pt x="4190038" y="5412057"/>
                      <a:pt x="4187752" y="5398721"/>
                      <a:pt x="4184513" y="5385384"/>
                    </a:cubicBezTo>
                    <a:lnTo>
                      <a:pt x="4179637" y="5355014"/>
                    </a:lnTo>
                    <a:lnTo>
                      <a:pt x="4183557" y="5321350"/>
                    </a:lnTo>
                    <a:lnTo>
                      <a:pt x="4208517" y="5272797"/>
                    </a:lnTo>
                    <a:lnTo>
                      <a:pt x="4225669" y="5241089"/>
                    </a:lnTo>
                    <a:lnTo>
                      <a:pt x="4231973" y="5229433"/>
                    </a:lnTo>
                    <a:lnTo>
                      <a:pt x="4232139" y="5179068"/>
                    </a:lnTo>
                    <a:lnTo>
                      <a:pt x="4232139" y="5179067"/>
                    </a:lnTo>
                    <a:cubicBezTo>
                      <a:pt x="4231663" y="5176876"/>
                      <a:pt x="4230473" y="5174400"/>
                      <a:pt x="4229593" y="5172090"/>
                    </a:cubicBezTo>
                    <a:lnTo>
                      <a:pt x="4228901" y="5166114"/>
                    </a:lnTo>
                    <a:lnTo>
                      <a:pt x="4235616" y="5133225"/>
                    </a:lnTo>
                    <a:lnTo>
                      <a:pt x="4235616" y="5133224"/>
                    </a:lnTo>
                    <a:lnTo>
                      <a:pt x="4235615" y="5133220"/>
                    </a:lnTo>
                    <a:lnTo>
                      <a:pt x="4228473" y="5102461"/>
                    </a:lnTo>
                    <a:lnTo>
                      <a:pt x="4222587" y="5087441"/>
                    </a:lnTo>
                    <a:lnTo>
                      <a:pt x="4222582" y="5087423"/>
                    </a:lnTo>
                    <a:cubicBezTo>
                      <a:pt x="4216496" y="5072411"/>
                      <a:pt x="4210397" y="5057381"/>
                      <a:pt x="4209468" y="5041521"/>
                    </a:cubicBezTo>
                    <a:cubicBezTo>
                      <a:pt x="4208326" y="5022852"/>
                      <a:pt x="4194228" y="5003801"/>
                      <a:pt x="4182989" y="4987037"/>
                    </a:cubicBezTo>
                    <a:lnTo>
                      <a:pt x="4165707" y="4957454"/>
                    </a:lnTo>
                    <a:lnTo>
                      <a:pt x="4158155" y="4933805"/>
                    </a:lnTo>
                    <a:lnTo>
                      <a:pt x="4159557" y="4912169"/>
                    </a:lnTo>
                    <a:cubicBezTo>
                      <a:pt x="4161319" y="4904358"/>
                      <a:pt x="4161831" y="4896714"/>
                      <a:pt x="4161262" y="4889276"/>
                    </a:cubicBezTo>
                    <a:lnTo>
                      <a:pt x="4161262" y="4889275"/>
                    </a:lnTo>
                    <a:lnTo>
                      <a:pt x="4156484" y="4867614"/>
                    </a:lnTo>
                    <a:lnTo>
                      <a:pt x="4153733" y="4863343"/>
                    </a:lnTo>
                    <a:lnTo>
                      <a:pt x="4151983" y="4857317"/>
                    </a:lnTo>
                    <a:cubicBezTo>
                      <a:pt x="4146840" y="4847214"/>
                      <a:pt x="4139839" y="4837703"/>
                      <a:pt x="4131552" y="4828916"/>
                    </a:cubicBezTo>
                    <a:lnTo>
                      <a:pt x="4116716" y="4800483"/>
                    </a:lnTo>
                    <a:lnTo>
                      <a:pt x="4118025" y="4767765"/>
                    </a:lnTo>
                    <a:cubicBezTo>
                      <a:pt x="4123931" y="4738236"/>
                      <a:pt x="4124313" y="4707565"/>
                      <a:pt x="4127932" y="4677656"/>
                    </a:cubicBezTo>
                    <a:cubicBezTo>
                      <a:pt x="4128694" y="4671177"/>
                      <a:pt x="4131362" y="4662987"/>
                      <a:pt x="4135934" y="4659175"/>
                    </a:cubicBezTo>
                    <a:cubicBezTo>
                      <a:pt x="4192704" y="4612501"/>
                      <a:pt x="4193276" y="4546777"/>
                      <a:pt x="4195944" y="4482005"/>
                    </a:cubicBezTo>
                    <a:cubicBezTo>
                      <a:pt x="4197659" y="4442762"/>
                      <a:pt x="4197659" y="4403326"/>
                      <a:pt x="4196706" y="4363891"/>
                    </a:cubicBezTo>
                    <a:lnTo>
                      <a:pt x="4196706" y="4363890"/>
                    </a:lnTo>
                    <a:cubicBezTo>
                      <a:pt x="4196514" y="4350554"/>
                      <a:pt x="4193466" y="4336457"/>
                      <a:pt x="4187752" y="4324645"/>
                    </a:cubicBezTo>
                    <a:cubicBezTo>
                      <a:pt x="4175749" y="4300070"/>
                      <a:pt x="4160129" y="4277401"/>
                      <a:pt x="4147936" y="4253014"/>
                    </a:cubicBezTo>
                    <a:close/>
                    <a:moveTo>
                      <a:pt x="4211111" y="2836172"/>
                    </a:moveTo>
                    <a:lnTo>
                      <a:pt x="4202421" y="2848793"/>
                    </a:lnTo>
                    <a:cubicBezTo>
                      <a:pt x="4197421" y="2865010"/>
                      <a:pt x="4191562" y="2881307"/>
                      <a:pt x="4186816" y="2897785"/>
                    </a:cubicBezTo>
                    <a:lnTo>
                      <a:pt x="4185787" y="2903551"/>
                    </a:lnTo>
                    <a:lnTo>
                      <a:pt x="4182513" y="2914328"/>
                    </a:lnTo>
                    <a:lnTo>
                      <a:pt x="4177882" y="2947858"/>
                    </a:lnTo>
                    <a:lnTo>
                      <a:pt x="4177881" y="2947862"/>
                    </a:lnTo>
                    <a:lnTo>
                      <a:pt x="4177881" y="2947863"/>
                    </a:lnTo>
                    <a:cubicBezTo>
                      <a:pt x="4177512" y="2959157"/>
                      <a:pt x="4178512" y="2970576"/>
                      <a:pt x="4181465" y="2982149"/>
                    </a:cubicBezTo>
                    <a:lnTo>
                      <a:pt x="4193158" y="3077402"/>
                    </a:lnTo>
                    <a:lnTo>
                      <a:pt x="4180703" y="3172654"/>
                    </a:lnTo>
                    <a:cubicBezTo>
                      <a:pt x="4154794" y="3276480"/>
                      <a:pt x="4127362" y="3380305"/>
                      <a:pt x="4133076" y="3489467"/>
                    </a:cubicBezTo>
                    <a:cubicBezTo>
                      <a:pt x="4134028" y="3507563"/>
                      <a:pt x="4122407" y="3529090"/>
                      <a:pt x="4110977" y="3544713"/>
                    </a:cubicBezTo>
                    <a:cubicBezTo>
                      <a:pt x="4100119" y="3559668"/>
                      <a:pt x="4094260" y="3566812"/>
                      <a:pt x="4093355" y="3574408"/>
                    </a:cubicBezTo>
                    <a:lnTo>
                      <a:pt x="4093355" y="3574409"/>
                    </a:lnTo>
                    <a:cubicBezTo>
                      <a:pt x="4092450" y="3582005"/>
                      <a:pt x="4096499" y="3590054"/>
                      <a:pt x="4105453" y="3606818"/>
                    </a:cubicBezTo>
                    <a:cubicBezTo>
                      <a:pt x="4109835" y="3614820"/>
                      <a:pt x="4112501" y="3624726"/>
                      <a:pt x="4118979" y="3630633"/>
                    </a:cubicBezTo>
                    <a:lnTo>
                      <a:pt x="4136708" y="3654416"/>
                    </a:lnTo>
                    <a:lnTo>
                      <a:pt x="4140382" y="3668940"/>
                    </a:lnTo>
                    <a:lnTo>
                      <a:pt x="4143220" y="3680164"/>
                    </a:lnTo>
                    <a:lnTo>
                      <a:pt x="4139172" y="3734837"/>
                    </a:lnTo>
                    <a:lnTo>
                      <a:pt x="4139172" y="3734838"/>
                    </a:lnTo>
                    <a:cubicBezTo>
                      <a:pt x="4138220" y="3741316"/>
                      <a:pt x="4136886" y="3749126"/>
                      <a:pt x="4139554" y="3754653"/>
                    </a:cubicBezTo>
                    <a:lnTo>
                      <a:pt x="4145911" y="3789776"/>
                    </a:lnTo>
                    <a:lnTo>
                      <a:pt x="4130980" y="3822472"/>
                    </a:lnTo>
                    <a:cubicBezTo>
                      <a:pt x="4123932" y="3831902"/>
                      <a:pt x="4118312" y="3842046"/>
                      <a:pt x="4116645" y="3852619"/>
                    </a:cubicBezTo>
                    <a:lnTo>
                      <a:pt x="4116645" y="3852620"/>
                    </a:lnTo>
                    <a:lnTo>
                      <a:pt x="4117425" y="3868764"/>
                    </a:lnTo>
                    <a:lnTo>
                      <a:pt x="4126028" y="3885337"/>
                    </a:lnTo>
                    <a:lnTo>
                      <a:pt x="4126028" y="3885339"/>
                    </a:lnTo>
                    <a:cubicBezTo>
                      <a:pt x="4135744" y="3897722"/>
                      <a:pt x="4143150" y="3910319"/>
                      <a:pt x="4148409" y="3923125"/>
                    </a:cubicBezTo>
                    <a:lnTo>
                      <a:pt x="4157913" y="3962160"/>
                    </a:lnTo>
                    <a:lnTo>
                      <a:pt x="4142221" y="4043838"/>
                    </a:lnTo>
                    <a:lnTo>
                      <a:pt x="4142220" y="4043839"/>
                    </a:lnTo>
                    <a:cubicBezTo>
                      <a:pt x="4133457" y="4063842"/>
                      <a:pt x="4128075" y="4083702"/>
                      <a:pt x="4127099" y="4103825"/>
                    </a:cubicBezTo>
                    <a:lnTo>
                      <a:pt x="4127099" y="4103826"/>
                    </a:lnTo>
                    <a:lnTo>
                      <a:pt x="4129066" y="4134256"/>
                    </a:lnTo>
                    <a:lnTo>
                      <a:pt x="4138410" y="4165382"/>
                    </a:lnTo>
                    <a:lnTo>
                      <a:pt x="4138410" y="4165384"/>
                    </a:lnTo>
                    <a:lnTo>
                      <a:pt x="4142315" y="4192388"/>
                    </a:lnTo>
                    <a:lnTo>
                      <a:pt x="4142315" y="4192387"/>
                    </a:lnTo>
                    <a:cubicBezTo>
                      <a:pt x="4142411" y="4182767"/>
                      <a:pt x="4141839" y="4173480"/>
                      <a:pt x="4138410" y="4165383"/>
                    </a:cubicBezTo>
                    <a:lnTo>
                      <a:pt x="4138410" y="4165382"/>
                    </a:lnTo>
                    <a:lnTo>
                      <a:pt x="4127099" y="4103826"/>
                    </a:lnTo>
                    <a:lnTo>
                      <a:pt x="4142220" y="4043840"/>
                    </a:lnTo>
                    <a:lnTo>
                      <a:pt x="4142221" y="4043838"/>
                    </a:lnTo>
                    <a:lnTo>
                      <a:pt x="4155523" y="4002410"/>
                    </a:lnTo>
                    <a:lnTo>
                      <a:pt x="4157913" y="3962160"/>
                    </a:lnTo>
                    <a:lnTo>
                      <a:pt x="4157913" y="3962159"/>
                    </a:lnTo>
                    <a:cubicBezTo>
                      <a:pt x="4155651" y="3935727"/>
                      <a:pt x="4145460" y="3910104"/>
                      <a:pt x="4126028" y="3885338"/>
                    </a:cubicBezTo>
                    <a:lnTo>
                      <a:pt x="4126028" y="3885337"/>
                    </a:lnTo>
                    <a:lnTo>
                      <a:pt x="4116645" y="3852620"/>
                    </a:lnTo>
                    <a:lnTo>
                      <a:pt x="4130980" y="3822473"/>
                    </a:lnTo>
                    <a:cubicBezTo>
                      <a:pt x="4139172" y="3811614"/>
                      <a:pt x="4144316" y="3800897"/>
                      <a:pt x="4145911" y="3789777"/>
                    </a:cubicBezTo>
                    <a:lnTo>
                      <a:pt x="4145911" y="3789776"/>
                    </a:lnTo>
                    <a:cubicBezTo>
                      <a:pt x="4147507" y="3778655"/>
                      <a:pt x="4145554" y="3767130"/>
                      <a:pt x="4139554" y="3754652"/>
                    </a:cubicBezTo>
                    <a:lnTo>
                      <a:pt x="4139172" y="3734838"/>
                    </a:lnTo>
                    <a:lnTo>
                      <a:pt x="4143220" y="3680164"/>
                    </a:lnTo>
                    <a:lnTo>
                      <a:pt x="4143220" y="3680163"/>
                    </a:lnTo>
                    <a:lnTo>
                      <a:pt x="4140382" y="3668940"/>
                    </a:lnTo>
                    <a:lnTo>
                      <a:pt x="4136708" y="3654416"/>
                    </a:lnTo>
                    <a:lnTo>
                      <a:pt x="4136708" y="3654416"/>
                    </a:lnTo>
                    <a:lnTo>
                      <a:pt x="4136708" y="3654415"/>
                    </a:lnTo>
                    <a:cubicBezTo>
                      <a:pt x="4132898" y="3646123"/>
                      <a:pt x="4127219" y="3638157"/>
                      <a:pt x="4118979" y="3630632"/>
                    </a:cubicBezTo>
                    <a:cubicBezTo>
                      <a:pt x="4112501" y="3624725"/>
                      <a:pt x="4109835" y="3614819"/>
                      <a:pt x="4105453" y="3606817"/>
                    </a:cubicBezTo>
                    <a:cubicBezTo>
                      <a:pt x="4100976" y="3598435"/>
                      <a:pt x="4097725" y="3592232"/>
                      <a:pt x="4095707" y="3587174"/>
                    </a:cubicBezTo>
                    <a:lnTo>
                      <a:pt x="4093355" y="3574408"/>
                    </a:lnTo>
                    <a:lnTo>
                      <a:pt x="4098434" y="3562321"/>
                    </a:lnTo>
                    <a:cubicBezTo>
                      <a:pt x="4101369" y="3557716"/>
                      <a:pt x="4105548" y="3552191"/>
                      <a:pt x="4110977" y="3544714"/>
                    </a:cubicBezTo>
                    <a:cubicBezTo>
                      <a:pt x="4122407" y="3529091"/>
                      <a:pt x="4134028" y="3507564"/>
                      <a:pt x="4133076" y="3489468"/>
                    </a:cubicBezTo>
                    <a:cubicBezTo>
                      <a:pt x="4127362" y="3380306"/>
                      <a:pt x="4154794" y="3276481"/>
                      <a:pt x="4180703" y="3172655"/>
                    </a:cubicBezTo>
                    <a:cubicBezTo>
                      <a:pt x="4188705" y="3140650"/>
                      <a:pt x="4192943" y="3109026"/>
                      <a:pt x="4193158" y="3077402"/>
                    </a:cubicBezTo>
                    <a:lnTo>
                      <a:pt x="4193158" y="3077401"/>
                    </a:lnTo>
                    <a:cubicBezTo>
                      <a:pt x="4193372" y="3045777"/>
                      <a:pt x="4189562" y="3014153"/>
                      <a:pt x="4181465" y="2982148"/>
                    </a:cubicBezTo>
                    <a:lnTo>
                      <a:pt x="4177881" y="2947863"/>
                    </a:lnTo>
                    <a:lnTo>
                      <a:pt x="4177882" y="2947858"/>
                    </a:lnTo>
                    <a:lnTo>
                      <a:pt x="4185787" y="2903551"/>
                    </a:lnTo>
                    <a:lnTo>
                      <a:pt x="4202421" y="2848794"/>
                    </a:lnTo>
                    <a:cubicBezTo>
                      <a:pt x="4203754" y="2844317"/>
                      <a:pt x="4207040" y="2839983"/>
                      <a:pt x="4211111" y="2836173"/>
                    </a:cubicBezTo>
                    <a:close/>
                    <a:moveTo>
                      <a:pt x="3726625" y="1508458"/>
                    </a:moveTo>
                    <a:lnTo>
                      <a:pt x="3698531" y="1596214"/>
                    </a:lnTo>
                    <a:cubicBezTo>
                      <a:pt x="3696054" y="1604979"/>
                      <a:pt x="3697579" y="1615837"/>
                      <a:pt x="3700436" y="1624981"/>
                    </a:cubicBezTo>
                    <a:cubicBezTo>
                      <a:pt x="3710152" y="1656224"/>
                      <a:pt x="3734537" y="1676037"/>
                      <a:pt x="3757017" y="1697754"/>
                    </a:cubicBezTo>
                    <a:cubicBezTo>
                      <a:pt x="3766924" y="1707280"/>
                      <a:pt x="3773972" y="1720424"/>
                      <a:pt x="3779686" y="1733189"/>
                    </a:cubicBezTo>
                    <a:cubicBezTo>
                      <a:pt x="3794357" y="1766336"/>
                      <a:pt x="3807501" y="1800247"/>
                      <a:pt x="3821407" y="1833776"/>
                    </a:cubicBezTo>
                    <a:cubicBezTo>
                      <a:pt x="3822741" y="1837014"/>
                      <a:pt x="3826170" y="1839680"/>
                      <a:pt x="3829028" y="1842159"/>
                    </a:cubicBezTo>
                    <a:cubicBezTo>
                      <a:pt x="3859129" y="1866923"/>
                      <a:pt x="3889418" y="1891498"/>
                      <a:pt x="3919519" y="1916455"/>
                    </a:cubicBezTo>
                    <a:cubicBezTo>
                      <a:pt x="3925233" y="1921217"/>
                      <a:pt x="3929425" y="1928077"/>
                      <a:pt x="3934949" y="1933220"/>
                    </a:cubicBezTo>
                    <a:cubicBezTo>
                      <a:pt x="3942569" y="1940460"/>
                      <a:pt x="3949810" y="1949604"/>
                      <a:pt x="3958954" y="1953414"/>
                    </a:cubicBezTo>
                    <a:cubicBezTo>
                      <a:pt x="3987719" y="1965225"/>
                      <a:pt x="4000103" y="1987895"/>
                      <a:pt x="4005437" y="2016470"/>
                    </a:cubicBezTo>
                    <a:cubicBezTo>
                      <a:pt x="4010390" y="2042571"/>
                      <a:pt x="4014582" y="2068670"/>
                      <a:pt x="4020296" y="2094579"/>
                    </a:cubicBezTo>
                    <a:cubicBezTo>
                      <a:pt x="4027154" y="2126202"/>
                      <a:pt x="4034584" y="2157637"/>
                      <a:pt x="4042967" y="2188880"/>
                    </a:cubicBezTo>
                    <a:cubicBezTo>
                      <a:pt x="4046587" y="2202405"/>
                      <a:pt x="4050777" y="2216693"/>
                      <a:pt x="4058207" y="2228315"/>
                    </a:cubicBezTo>
                    <a:cubicBezTo>
                      <a:pt x="4078782" y="2260891"/>
                      <a:pt x="4092688" y="2295754"/>
                      <a:pt x="4087164" y="2334045"/>
                    </a:cubicBezTo>
                    <a:cubicBezTo>
                      <a:pt x="4082782" y="2364716"/>
                      <a:pt x="4094022" y="2390435"/>
                      <a:pt x="4111549" y="2409486"/>
                    </a:cubicBezTo>
                    <a:cubicBezTo>
                      <a:pt x="4119503" y="2418155"/>
                      <a:pt x="4125016" y="2426977"/>
                      <a:pt x="4128650" y="2435913"/>
                    </a:cubicBezTo>
                    <a:lnTo>
                      <a:pt x="4134481" y="2463018"/>
                    </a:lnTo>
                    <a:lnTo>
                      <a:pt x="4125839" y="2518262"/>
                    </a:lnTo>
                    <a:lnTo>
                      <a:pt x="4125838" y="2518264"/>
                    </a:lnTo>
                    <a:cubicBezTo>
                      <a:pt x="4123171" y="2527790"/>
                      <a:pt x="4122027" y="2536457"/>
                      <a:pt x="4122194" y="2545006"/>
                    </a:cubicBezTo>
                    <a:lnTo>
                      <a:pt x="4122194" y="2545007"/>
                    </a:lnTo>
                    <a:cubicBezTo>
                      <a:pt x="4122360" y="2553556"/>
                      <a:pt x="4123837" y="2561986"/>
                      <a:pt x="4126408" y="2571035"/>
                    </a:cubicBezTo>
                    <a:cubicBezTo>
                      <a:pt x="4138410" y="2612946"/>
                      <a:pt x="4170987" y="2640951"/>
                      <a:pt x="4199563" y="2668002"/>
                    </a:cubicBezTo>
                    <a:cubicBezTo>
                      <a:pt x="4223947" y="2691055"/>
                      <a:pt x="4237663" y="2716964"/>
                      <a:pt x="4247953" y="2745349"/>
                    </a:cubicBezTo>
                    <a:lnTo>
                      <a:pt x="4247954" y="2745352"/>
                    </a:lnTo>
                    <a:lnTo>
                      <a:pt x="4253873" y="2778006"/>
                    </a:lnTo>
                    <a:lnTo>
                      <a:pt x="4253453" y="2785440"/>
                    </a:lnTo>
                    <a:lnTo>
                      <a:pt x="4243374" y="2811780"/>
                    </a:lnTo>
                    <a:lnTo>
                      <a:pt x="4243371" y="2811787"/>
                    </a:lnTo>
                    <a:lnTo>
                      <a:pt x="4243372" y="2811787"/>
                    </a:lnTo>
                    <a:lnTo>
                      <a:pt x="4243374" y="2811780"/>
                    </a:lnTo>
                    <a:lnTo>
                      <a:pt x="4253025" y="2793023"/>
                    </a:lnTo>
                    <a:lnTo>
                      <a:pt x="4253453" y="2785440"/>
                    </a:lnTo>
                    <a:lnTo>
                      <a:pt x="4254654" y="2782305"/>
                    </a:lnTo>
                    <a:lnTo>
                      <a:pt x="4253873" y="2778006"/>
                    </a:lnTo>
                    <a:lnTo>
                      <a:pt x="4254284" y="2770758"/>
                    </a:lnTo>
                    <a:lnTo>
                      <a:pt x="4247954" y="2745352"/>
                    </a:lnTo>
                    <a:lnTo>
                      <a:pt x="4247953" y="2745348"/>
                    </a:lnTo>
                    <a:cubicBezTo>
                      <a:pt x="4237663" y="2716963"/>
                      <a:pt x="4223947" y="2691054"/>
                      <a:pt x="4199563" y="2668001"/>
                    </a:cubicBezTo>
                    <a:cubicBezTo>
                      <a:pt x="4170987" y="2640950"/>
                      <a:pt x="4138410" y="2612945"/>
                      <a:pt x="4126408" y="2571034"/>
                    </a:cubicBezTo>
                    <a:lnTo>
                      <a:pt x="4122194" y="2545007"/>
                    </a:lnTo>
                    <a:lnTo>
                      <a:pt x="4125838" y="2518265"/>
                    </a:lnTo>
                    <a:lnTo>
                      <a:pt x="4125839" y="2518262"/>
                    </a:lnTo>
                    <a:lnTo>
                      <a:pt x="4132419" y="2490551"/>
                    </a:lnTo>
                    <a:lnTo>
                      <a:pt x="4134481" y="2463018"/>
                    </a:lnTo>
                    <a:lnTo>
                      <a:pt x="4134481" y="2463017"/>
                    </a:lnTo>
                    <a:cubicBezTo>
                      <a:pt x="4133600" y="2444777"/>
                      <a:pt x="4127457" y="2426822"/>
                      <a:pt x="4111549" y="2409485"/>
                    </a:cubicBezTo>
                    <a:cubicBezTo>
                      <a:pt x="4094022" y="2390434"/>
                      <a:pt x="4082782" y="2364715"/>
                      <a:pt x="4087164" y="2334044"/>
                    </a:cubicBezTo>
                    <a:cubicBezTo>
                      <a:pt x="4092688" y="2295753"/>
                      <a:pt x="4078782" y="2260890"/>
                      <a:pt x="4058207" y="2228314"/>
                    </a:cubicBezTo>
                    <a:cubicBezTo>
                      <a:pt x="4050777" y="2216692"/>
                      <a:pt x="4046587" y="2202404"/>
                      <a:pt x="4042967" y="2188879"/>
                    </a:cubicBezTo>
                    <a:cubicBezTo>
                      <a:pt x="4034584" y="2157636"/>
                      <a:pt x="4027154" y="2126201"/>
                      <a:pt x="4020296" y="2094578"/>
                    </a:cubicBezTo>
                    <a:cubicBezTo>
                      <a:pt x="4014582" y="2068669"/>
                      <a:pt x="4010390" y="2042570"/>
                      <a:pt x="4005437" y="2016469"/>
                    </a:cubicBezTo>
                    <a:cubicBezTo>
                      <a:pt x="4000103" y="1987894"/>
                      <a:pt x="3987719" y="1965224"/>
                      <a:pt x="3958954" y="1953413"/>
                    </a:cubicBezTo>
                    <a:cubicBezTo>
                      <a:pt x="3949810" y="1949603"/>
                      <a:pt x="3942569" y="1940459"/>
                      <a:pt x="3934949" y="1933219"/>
                    </a:cubicBezTo>
                    <a:cubicBezTo>
                      <a:pt x="3929425" y="1928076"/>
                      <a:pt x="3925233" y="1921216"/>
                      <a:pt x="3919519" y="1916454"/>
                    </a:cubicBezTo>
                    <a:cubicBezTo>
                      <a:pt x="3889418" y="1891497"/>
                      <a:pt x="3859129" y="1866922"/>
                      <a:pt x="3829028" y="1842158"/>
                    </a:cubicBezTo>
                    <a:cubicBezTo>
                      <a:pt x="3826170" y="1839679"/>
                      <a:pt x="3822741" y="1837013"/>
                      <a:pt x="3821407" y="1833775"/>
                    </a:cubicBezTo>
                    <a:cubicBezTo>
                      <a:pt x="3807501" y="1800246"/>
                      <a:pt x="3794358" y="1766335"/>
                      <a:pt x="3779686" y="1733188"/>
                    </a:cubicBezTo>
                    <a:cubicBezTo>
                      <a:pt x="3773972" y="1720423"/>
                      <a:pt x="3766924" y="1707279"/>
                      <a:pt x="3757018" y="1697753"/>
                    </a:cubicBezTo>
                    <a:cubicBezTo>
                      <a:pt x="3734538" y="1676036"/>
                      <a:pt x="3710152" y="1656223"/>
                      <a:pt x="3700436" y="1624980"/>
                    </a:cubicBezTo>
                    <a:cubicBezTo>
                      <a:pt x="3697580" y="1615836"/>
                      <a:pt x="3696055" y="1604978"/>
                      <a:pt x="3698532" y="1596213"/>
                    </a:cubicBezTo>
                    <a:close/>
                    <a:moveTo>
                      <a:pt x="3745230" y="1459073"/>
                    </a:moveTo>
                    <a:lnTo>
                      <a:pt x="3745229" y="1459074"/>
                    </a:lnTo>
                    <a:lnTo>
                      <a:pt x="3736012" y="1481572"/>
                    </a:lnTo>
                    <a:close/>
                    <a:moveTo>
                      <a:pt x="3764423" y="1268758"/>
                    </a:moveTo>
                    <a:cubicBezTo>
                      <a:pt x="3764875" y="1275402"/>
                      <a:pt x="3766447" y="1281689"/>
                      <a:pt x="3769590" y="1286070"/>
                    </a:cubicBezTo>
                    <a:cubicBezTo>
                      <a:pt x="3784163" y="1306930"/>
                      <a:pt x="3790403" y="1328553"/>
                      <a:pt x="3791927" y="1350628"/>
                    </a:cubicBezTo>
                    <a:lnTo>
                      <a:pt x="3786333" y="1413840"/>
                    </a:lnTo>
                    <a:lnTo>
                      <a:pt x="3791928" y="1350627"/>
                    </a:lnTo>
                    <a:cubicBezTo>
                      <a:pt x="3790403" y="1328552"/>
                      <a:pt x="3784164" y="1306930"/>
                      <a:pt x="3769590" y="1286069"/>
                    </a:cubicBezTo>
                    <a:close/>
                    <a:moveTo>
                      <a:pt x="3706152" y="773035"/>
                    </a:moveTo>
                    <a:lnTo>
                      <a:pt x="3706152" y="773036"/>
                    </a:lnTo>
                    <a:cubicBezTo>
                      <a:pt x="3708438" y="800277"/>
                      <a:pt x="3711676" y="827330"/>
                      <a:pt x="3714152" y="854380"/>
                    </a:cubicBezTo>
                    <a:cubicBezTo>
                      <a:pt x="3716438" y="878957"/>
                      <a:pt x="3717200" y="903723"/>
                      <a:pt x="3745205" y="915344"/>
                    </a:cubicBezTo>
                    <a:cubicBezTo>
                      <a:pt x="3749587" y="917060"/>
                      <a:pt x="3752825" y="922774"/>
                      <a:pt x="3755683" y="927156"/>
                    </a:cubicBezTo>
                    <a:cubicBezTo>
                      <a:pt x="3799691" y="994786"/>
                      <a:pt x="3798547" y="1030981"/>
                      <a:pt x="3752063" y="1097088"/>
                    </a:cubicBezTo>
                    <a:cubicBezTo>
                      <a:pt x="3747301" y="1103946"/>
                      <a:pt x="3743871" y="1118614"/>
                      <a:pt x="3747681" y="1123186"/>
                    </a:cubicBezTo>
                    <a:cubicBezTo>
                      <a:pt x="3763493" y="1142618"/>
                      <a:pt x="3770542" y="1162954"/>
                      <a:pt x="3772400" y="1184029"/>
                    </a:cubicBezTo>
                    <a:cubicBezTo>
                      <a:pt x="3770542" y="1162954"/>
                      <a:pt x="3763494" y="1142617"/>
                      <a:pt x="3747682" y="1123185"/>
                    </a:cubicBezTo>
                    <a:cubicBezTo>
                      <a:pt x="3743872" y="1118613"/>
                      <a:pt x="3747302" y="1103945"/>
                      <a:pt x="3752064" y="1097087"/>
                    </a:cubicBezTo>
                    <a:cubicBezTo>
                      <a:pt x="3798548" y="1030980"/>
                      <a:pt x="3799692" y="994785"/>
                      <a:pt x="3755684" y="927155"/>
                    </a:cubicBezTo>
                    <a:cubicBezTo>
                      <a:pt x="3752826" y="922773"/>
                      <a:pt x="3749588" y="917059"/>
                      <a:pt x="3745206" y="915343"/>
                    </a:cubicBezTo>
                    <a:cubicBezTo>
                      <a:pt x="3717200" y="903722"/>
                      <a:pt x="3716438" y="878956"/>
                      <a:pt x="3714152" y="854379"/>
                    </a:cubicBezTo>
                    <a:close/>
                    <a:moveTo>
                      <a:pt x="3761553" y="517851"/>
                    </a:moveTo>
                    <a:lnTo>
                      <a:pt x="3752635" y="556048"/>
                    </a:lnTo>
                    <a:cubicBezTo>
                      <a:pt x="3750539" y="564049"/>
                      <a:pt x="3745015" y="572623"/>
                      <a:pt x="3746157" y="580051"/>
                    </a:cubicBezTo>
                    <a:cubicBezTo>
                      <a:pt x="3749491" y="601579"/>
                      <a:pt x="3747062" y="622201"/>
                      <a:pt x="3742776" y="642538"/>
                    </a:cubicBezTo>
                    <a:lnTo>
                      <a:pt x="3730253" y="694928"/>
                    </a:lnTo>
                    <a:lnTo>
                      <a:pt x="3742777" y="642537"/>
                    </a:lnTo>
                    <a:cubicBezTo>
                      <a:pt x="3747063" y="622201"/>
                      <a:pt x="3749492" y="601578"/>
                      <a:pt x="3746158" y="580050"/>
                    </a:cubicBezTo>
                    <a:cubicBezTo>
                      <a:pt x="3745016" y="572622"/>
                      <a:pt x="3750540" y="564048"/>
                      <a:pt x="3752636" y="556047"/>
                    </a:cubicBezTo>
                    <a:close/>
                    <a:moveTo>
                      <a:pt x="3774848" y="298169"/>
                    </a:moveTo>
                    <a:lnTo>
                      <a:pt x="3760065" y="313534"/>
                    </a:lnTo>
                    <a:cubicBezTo>
                      <a:pt x="3755873" y="316390"/>
                      <a:pt x="3758159" y="330299"/>
                      <a:pt x="3759493" y="338871"/>
                    </a:cubicBezTo>
                    <a:lnTo>
                      <a:pt x="3759500" y="338900"/>
                    </a:lnTo>
                    <a:lnTo>
                      <a:pt x="3769400" y="395640"/>
                    </a:lnTo>
                    <a:lnTo>
                      <a:pt x="3765590" y="367328"/>
                    </a:lnTo>
                    <a:lnTo>
                      <a:pt x="3759500" y="338900"/>
                    </a:lnTo>
                    <a:lnTo>
                      <a:pt x="3759494" y="338870"/>
                    </a:lnTo>
                    <a:cubicBezTo>
                      <a:pt x="3758160" y="330298"/>
                      <a:pt x="3755874" y="316389"/>
                      <a:pt x="3760066" y="313533"/>
                    </a:cubicBezTo>
                    <a:close/>
                    <a:moveTo>
                      <a:pt x="3782393" y="281568"/>
                    </a:moveTo>
                    <a:lnTo>
                      <a:pt x="3777498" y="295415"/>
                    </a:lnTo>
                    <a:lnTo>
                      <a:pt x="3777499" y="295415"/>
                    </a:lnTo>
                    <a:close/>
                    <a:moveTo>
                      <a:pt x="3769073" y="24486"/>
                    </a:moveTo>
                    <a:lnTo>
                      <a:pt x="3766810" y="74129"/>
                    </a:lnTo>
                    <a:cubicBezTo>
                      <a:pt x="3767733" y="91492"/>
                      <a:pt x="3770043" y="108703"/>
                      <a:pt x="3772734" y="125861"/>
                    </a:cubicBezTo>
                    <a:lnTo>
                      <a:pt x="3777129" y="153387"/>
                    </a:lnTo>
                    <a:lnTo>
                      <a:pt x="3785402" y="228944"/>
                    </a:lnTo>
                    <a:lnTo>
                      <a:pt x="3780943" y="177271"/>
                    </a:lnTo>
                    <a:lnTo>
                      <a:pt x="3777129" y="153387"/>
                    </a:lnTo>
                    <a:lnTo>
                      <a:pt x="3776930" y="151569"/>
                    </a:lnTo>
                    <a:cubicBezTo>
                      <a:pt x="3772700" y="125876"/>
                      <a:pt x="3768195" y="100174"/>
                      <a:pt x="3766811" y="74129"/>
                    </a:cubicBezTo>
                    <a:close/>
                    <a:moveTo>
                      <a:pt x="3766492" y="0"/>
                    </a:moveTo>
                    <a:lnTo>
                      <a:pt x="4230600" y="0"/>
                    </a:lnTo>
                    <a:lnTo>
                      <a:pt x="4229473" y="2817"/>
                    </a:lnTo>
                    <a:cubicBezTo>
                      <a:pt x="4221092" y="21486"/>
                      <a:pt x="4218423" y="43012"/>
                      <a:pt x="4215375" y="63587"/>
                    </a:cubicBezTo>
                    <a:cubicBezTo>
                      <a:pt x="4209851" y="101308"/>
                      <a:pt x="4206421" y="139219"/>
                      <a:pt x="4201468" y="176939"/>
                    </a:cubicBezTo>
                    <a:cubicBezTo>
                      <a:pt x="4200325" y="184941"/>
                      <a:pt x="4198231" y="194085"/>
                      <a:pt x="4193466" y="200182"/>
                    </a:cubicBezTo>
                    <a:cubicBezTo>
                      <a:pt x="4161461" y="241901"/>
                      <a:pt x="4152508" y="292579"/>
                      <a:pt x="4155554" y="340774"/>
                    </a:cubicBezTo>
                    <a:cubicBezTo>
                      <a:pt x="4157843" y="378686"/>
                      <a:pt x="4159557" y="415835"/>
                      <a:pt x="4156319" y="453364"/>
                    </a:cubicBezTo>
                    <a:cubicBezTo>
                      <a:pt x="4156127" y="456222"/>
                      <a:pt x="4156509" y="460032"/>
                      <a:pt x="4158033" y="462126"/>
                    </a:cubicBezTo>
                    <a:cubicBezTo>
                      <a:pt x="4168129" y="475081"/>
                      <a:pt x="4168891" y="488607"/>
                      <a:pt x="4170605" y="505182"/>
                    </a:cubicBezTo>
                    <a:cubicBezTo>
                      <a:pt x="4173083" y="528615"/>
                      <a:pt x="4171367" y="550141"/>
                      <a:pt x="4167177" y="571860"/>
                    </a:cubicBezTo>
                    <a:cubicBezTo>
                      <a:pt x="4164129" y="587672"/>
                      <a:pt x="4157843" y="603673"/>
                      <a:pt x="4149840" y="617772"/>
                    </a:cubicBezTo>
                    <a:cubicBezTo>
                      <a:pt x="4138600" y="637392"/>
                      <a:pt x="4134220" y="656255"/>
                      <a:pt x="4149078" y="674923"/>
                    </a:cubicBezTo>
                    <a:cubicBezTo>
                      <a:pt x="4164891" y="695116"/>
                      <a:pt x="4159367" y="717977"/>
                      <a:pt x="4159937" y="740268"/>
                    </a:cubicBezTo>
                    <a:cubicBezTo>
                      <a:pt x="4160129" y="749982"/>
                      <a:pt x="4159747" y="760270"/>
                      <a:pt x="4162223" y="769605"/>
                    </a:cubicBezTo>
                    <a:cubicBezTo>
                      <a:pt x="4169273" y="796655"/>
                      <a:pt x="4179941" y="822756"/>
                      <a:pt x="4184703" y="850189"/>
                    </a:cubicBezTo>
                    <a:cubicBezTo>
                      <a:pt x="4187370" y="865430"/>
                      <a:pt x="4182607" y="882384"/>
                      <a:pt x="4179179" y="898198"/>
                    </a:cubicBezTo>
                    <a:cubicBezTo>
                      <a:pt x="4175559" y="914200"/>
                      <a:pt x="4170035" y="930011"/>
                      <a:pt x="4164319" y="945444"/>
                    </a:cubicBezTo>
                    <a:cubicBezTo>
                      <a:pt x="4160509" y="955920"/>
                      <a:pt x="4156889" y="967350"/>
                      <a:pt x="4150030" y="975733"/>
                    </a:cubicBezTo>
                    <a:cubicBezTo>
                      <a:pt x="4134410" y="994785"/>
                      <a:pt x="4131742" y="1014406"/>
                      <a:pt x="4139934" y="1036887"/>
                    </a:cubicBezTo>
                    <a:cubicBezTo>
                      <a:pt x="4141268" y="1040315"/>
                      <a:pt x="4141268" y="1044315"/>
                      <a:pt x="4141458" y="1048125"/>
                    </a:cubicBezTo>
                    <a:cubicBezTo>
                      <a:pt x="4145458" y="1109091"/>
                      <a:pt x="4147936" y="1170051"/>
                      <a:pt x="4154032" y="1230633"/>
                    </a:cubicBezTo>
                    <a:cubicBezTo>
                      <a:pt x="4156509" y="1255206"/>
                      <a:pt x="4167367" y="1278829"/>
                      <a:pt x="4174225" y="1303024"/>
                    </a:cubicBezTo>
                    <a:cubicBezTo>
                      <a:pt x="4175559" y="1307978"/>
                      <a:pt x="4177655" y="1313504"/>
                      <a:pt x="4176701" y="1318456"/>
                    </a:cubicBezTo>
                    <a:cubicBezTo>
                      <a:pt x="4167177" y="1372368"/>
                      <a:pt x="4181083" y="1422854"/>
                      <a:pt x="4199372" y="1472575"/>
                    </a:cubicBezTo>
                    <a:cubicBezTo>
                      <a:pt x="4201278" y="1477717"/>
                      <a:pt x="4200706" y="1484004"/>
                      <a:pt x="4200325" y="1489720"/>
                    </a:cubicBezTo>
                    <a:cubicBezTo>
                      <a:pt x="4198993" y="1505724"/>
                      <a:pt x="4192324" y="1523059"/>
                      <a:pt x="4196324" y="1537537"/>
                    </a:cubicBezTo>
                    <a:cubicBezTo>
                      <a:pt x="4207374" y="1576019"/>
                      <a:pt x="4220709" y="1614120"/>
                      <a:pt x="4237474" y="1650317"/>
                    </a:cubicBezTo>
                    <a:cubicBezTo>
                      <a:pt x="4254428" y="1687086"/>
                      <a:pt x="4268716" y="1721185"/>
                      <a:pt x="4251572" y="1763287"/>
                    </a:cubicBezTo>
                    <a:cubicBezTo>
                      <a:pt x="4244332" y="1781194"/>
                      <a:pt x="4249476" y="1804816"/>
                      <a:pt x="4251380" y="1825393"/>
                    </a:cubicBezTo>
                    <a:cubicBezTo>
                      <a:pt x="4252904" y="1840441"/>
                      <a:pt x="4261478" y="1854920"/>
                      <a:pt x="4261478" y="1869780"/>
                    </a:cubicBezTo>
                    <a:cubicBezTo>
                      <a:pt x="4261478" y="1909408"/>
                      <a:pt x="4271574" y="1944649"/>
                      <a:pt x="4292149" y="1978940"/>
                    </a:cubicBezTo>
                    <a:cubicBezTo>
                      <a:pt x="4300150" y="1992279"/>
                      <a:pt x="4294815" y="2013043"/>
                      <a:pt x="4296911" y="2030378"/>
                    </a:cubicBezTo>
                    <a:cubicBezTo>
                      <a:pt x="4299388" y="2048668"/>
                      <a:pt x="4301673" y="2067525"/>
                      <a:pt x="4307201" y="2085054"/>
                    </a:cubicBezTo>
                    <a:cubicBezTo>
                      <a:pt x="4321679" y="2130393"/>
                      <a:pt x="4338062" y="2175163"/>
                      <a:pt x="4353302" y="2220312"/>
                    </a:cubicBezTo>
                    <a:cubicBezTo>
                      <a:pt x="4365877" y="2257459"/>
                      <a:pt x="4355970" y="2294039"/>
                      <a:pt x="4350636" y="2330806"/>
                    </a:cubicBezTo>
                    <a:cubicBezTo>
                      <a:pt x="4347205" y="2353859"/>
                      <a:pt x="4339013" y="2375383"/>
                      <a:pt x="4351206" y="2401292"/>
                    </a:cubicBezTo>
                    <a:cubicBezTo>
                      <a:pt x="4362828" y="2426059"/>
                      <a:pt x="4360160" y="2457492"/>
                      <a:pt x="4366446" y="2485307"/>
                    </a:cubicBezTo>
                    <a:cubicBezTo>
                      <a:pt x="4371781" y="2508742"/>
                      <a:pt x="4380354" y="2531409"/>
                      <a:pt x="4388736" y="2554079"/>
                    </a:cubicBezTo>
                    <a:cubicBezTo>
                      <a:pt x="4400168" y="2584942"/>
                      <a:pt x="4412167" y="2615421"/>
                      <a:pt x="4406453" y="2649143"/>
                    </a:cubicBezTo>
                    <a:cubicBezTo>
                      <a:pt x="4399976" y="2687436"/>
                      <a:pt x="4424359" y="2713723"/>
                      <a:pt x="4440554" y="2743826"/>
                    </a:cubicBezTo>
                    <a:cubicBezTo>
                      <a:pt x="4451603" y="2764590"/>
                      <a:pt x="4459795" y="2787259"/>
                      <a:pt x="4466653" y="2809930"/>
                    </a:cubicBezTo>
                    <a:cubicBezTo>
                      <a:pt x="4475607" y="2840219"/>
                      <a:pt x="4480941" y="2871462"/>
                      <a:pt x="4489705" y="2901943"/>
                    </a:cubicBezTo>
                    <a:cubicBezTo>
                      <a:pt x="4502848" y="2948047"/>
                      <a:pt x="4513137" y="2994722"/>
                      <a:pt x="4505897" y="3042728"/>
                    </a:cubicBezTo>
                    <a:cubicBezTo>
                      <a:pt x="4502659" y="3064827"/>
                      <a:pt x="4502848" y="3085403"/>
                      <a:pt x="4507613" y="3107500"/>
                    </a:cubicBezTo>
                    <a:cubicBezTo>
                      <a:pt x="4515422" y="3143695"/>
                      <a:pt x="4516376" y="3180844"/>
                      <a:pt x="4545521" y="3209993"/>
                    </a:cubicBezTo>
                    <a:cubicBezTo>
                      <a:pt x="4555811" y="3220280"/>
                      <a:pt x="4558477" y="3238758"/>
                      <a:pt x="4563811" y="3253809"/>
                    </a:cubicBezTo>
                    <a:cubicBezTo>
                      <a:pt x="4570099" y="3271145"/>
                      <a:pt x="4566858" y="3283908"/>
                      <a:pt x="4548570" y="3293244"/>
                    </a:cubicBezTo>
                    <a:cubicBezTo>
                      <a:pt x="4540379" y="3297434"/>
                      <a:pt x="4532378" y="3309437"/>
                      <a:pt x="4531043" y="3318771"/>
                    </a:cubicBezTo>
                    <a:cubicBezTo>
                      <a:pt x="4527043" y="3346776"/>
                      <a:pt x="4532950" y="3372495"/>
                      <a:pt x="4545904" y="3399546"/>
                    </a:cubicBezTo>
                    <a:cubicBezTo>
                      <a:pt x="4558096" y="3424883"/>
                      <a:pt x="4556762" y="3456508"/>
                      <a:pt x="4561524" y="3485275"/>
                    </a:cubicBezTo>
                    <a:cubicBezTo>
                      <a:pt x="4564954" y="3505657"/>
                      <a:pt x="4572002" y="3526042"/>
                      <a:pt x="4572002" y="3546617"/>
                    </a:cubicBezTo>
                    <a:cubicBezTo>
                      <a:pt x="4572002" y="3572146"/>
                      <a:pt x="4565907" y="3597482"/>
                      <a:pt x="4563620" y="3623201"/>
                    </a:cubicBezTo>
                    <a:cubicBezTo>
                      <a:pt x="4561716" y="3643204"/>
                      <a:pt x="4562478" y="3663589"/>
                      <a:pt x="4560192" y="3683591"/>
                    </a:cubicBezTo>
                    <a:cubicBezTo>
                      <a:pt x="4558477" y="3699976"/>
                      <a:pt x="4554096" y="3716168"/>
                      <a:pt x="4550476" y="3732361"/>
                    </a:cubicBezTo>
                    <a:cubicBezTo>
                      <a:pt x="4549142" y="3738267"/>
                      <a:pt x="4543998" y="3744173"/>
                      <a:pt x="4544759" y="3749506"/>
                    </a:cubicBezTo>
                    <a:cubicBezTo>
                      <a:pt x="4552953" y="3802467"/>
                      <a:pt x="4516376" y="3840569"/>
                      <a:pt x="4500182" y="3885338"/>
                    </a:cubicBezTo>
                    <a:cubicBezTo>
                      <a:pt x="4483035" y="3932394"/>
                      <a:pt x="4456748" y="3977925"/>
                      <a:pt x="4464557" y="4030503"/>
                    </a:cubicBezTo>
                    <a:cubicBezTo>
                      <a:pt x="4469319" y="4062318"/>
                      <a:pt x="4480369" y="4092989"/>
                      <a:pt x="4487039" y="4124614"/>
                    </a:cubicBezTo>
                    <a:cubicBezTo>
                      <a:pt x="4489324" y="4135854"/>
                      <a:pt x="4488943" y="4148427"/>
                      <a:pt x="4486656" y="4159667"/>
                    </a:cubicBezTo>
                    <a:cubicBezTo>
                      <a:pt x="4476177" y="4213961"/>
                      <a:pt x="4474653" y="4267493"/>
                      <a:pt x="4491801" y="4320837"/>
                    </a:cubicBezTo>
                    <a:cubicBezTo>
                      <a:pt x="4494659" y="4329979"/>
                      <a:pt x="4497325" y="4339695"/>
                      <a:pt x="4497325" y="4349222"/>
                    </a:cubicBezTo>
                    <a:cubicBezTo>
                      <a:pt x="4497325" y="4401419"/>
                      <a:pt x="4493324" y="4452665"/>
                      <a:pt x="4474653" y="4502579"/>
                    </a:cubicBezTo>
                    <a:cubicBezTo>
                      <a:pt x="4468368" y="4519343"/>
                      <a:pt x="4472368" y="4539728"/>
                      <a:pt x="4470844" y="4558207"/>
                    </a:cubicBezTo>
                    <a:cubicBezTo>
                      <a:pt x="4469511" y="4575351"/>
                      <a:pt x="4468940" y="4592878"/>
                      <a:pt x="4464557" y="4609452"/>
                    </a:cubicBezTo>
                    <a:cubicBezTo>
                      <a:pt x="4458082" y="4633647"/>
                      <a:pt x="4457320" y="4656126"/>
                      <a:pt x="4463033" y="4681083"/>
                    </a:cubicBezTo>
                    <a:cubicBezTo>
                      <a:pt x="4468368" y="4704895"/>
                      <a:pt x="4465702" y="4730614"/>
                      <a:pt x="4465891" y="4755381"/>
                    </a:cubicBezTo>
                    <a:cubicBezTo>
                      <a:pt x="4466082" y="4783004"/>
                      <a:pt x="4466272" y="4810627"/>
                      <a:pt x="4465319" y="4838250"/>
                    </a:cubicBezTo>
                    <a:cubicBezTo>
                      <a:pt x="4464940" y="4849300"/>
                      <a:pt x="4457320" y="4861873"/>
                      <a:pt x="4460367" y="4871019"/>
                    </a:cubicBezTo>
                    <a:cubicBezTo>
                      <a:pt x="4470653" y="4900546"/>
                      <a:pt x="4458271" y="4930075"/>
                      <a:pt x="4463795" y="4959602"/>
                    </a:cubicBezTo>
                    <a:cubicBezTo>
                      <a:pt x="4466653" y="4974082"/>
                      <a:pt x="4458844" y="4990465"/>
                      <a:pt x="4458082" y="5006086"/>
                    </a:cubicBezTo>
                    <a:cubicBezTo>
                      <a:pt x="4456748" y="5031614"/>
                      <a:pt x="4457320" y="5057141"/>
                      <a:pt x="4456937" y="5082670"/>
                    </a:cubicBezTo>
                    <a:cubicBezTo>
                      <a:pt x="4456748" y="5091052"/>
                      <a:pt x="4455986" y="5099245"/>
                      <a:pt x="4455603" y="5107627"/>
                    </a:cubicBezTo>
                    <a:cubicBezTo>
                      <a:pt x="4455223" y="5115057"/>
                      <a:pt x="4453508" y="5122867"/>
                      <a:pt x="4454840" y="5129916"/>
                    </a:cubicBezTo>
                    <a:cubicBezTo>
                      <a:pt x="4459605" y="5155445"/>
                      <a:pt x="4467415" y="5180591"/>
                      <a:pt x="4470464" y="5206308"/>
                    </a:cubicBezTo>
                    <a:cubicBezTo>
                      <a:pt x="4473130" y="5228597"/>
                      <a:pt x="4469511" y="5251650"/>
                      <a:pt x="4471415" y="5274129"/>
                    </a:cubicBezTo>
                    <a:cubicBezTo>
                      <a:pt x="4474653" y="5313754"/>
                      <a:pt x="4480369" y="5353379"/>
                      <a:pt x="4483990" y="5393005"/>
                    </a:cubicBezTo>
                    <a:cubicBezTo>
                      <a:pt x="4484752" y="5401579"/>
                      <a:pt x="4479988" y="5410531"/>
                      <a:pt x="4479607" y="5419295"/>
                    </a:cubicBezTo>
                    <a:cubicBezTo>
                      <a:pt x="4478656" y="5446728"/>
                      <a:pt x="4478464" y="5474161"/>
                      <a:pt x="4477894" y="5501594"/>
                    </a:cubicBezTo>
                    <a:cubicBezTo>
                      <a:pt x="4477702" y="5517215"/>
                      <a:pt x="4478273" y="5533027"/>
                      <a:pt x="4476560" y="5548460"/>
                    </a:cubicBezTo>
                    <a:cubicBezTo>
                      <a:pt x="4474273" y="5568842"/>
                      <a:pt x="4470844" y="5587321"/>
                      <a:pt x="4485703" y="5606372"/>
                    </a:cubicBezTo>
                    <a:cubicBezTo>
                      <a:pt x="4508755" y="5635711"/>
                      <a:pt x="4499801" y="5673050"/>
                      <a:pt x="4505134" y="5706959"/>
                    </a:cubicBezTo>
                    <a:cubicBezTo>
                      <a:pt x="4506468" y="5715723"/>
                      <a:pt x="4506659" y="5724678"/>
                      <a:pt x="4508183" y="5733440"/>
                    </a:cubicBezTo>
                    <a:cubicBezTo>
                      <a:pt x="4511041" y="5749634"/>
                      <a:pt x="4514279" y="5765635"/>
                      <a:pt x="4517519" y="5781830"/>
                    </a:cubicBezTo>
                    <a:cubicBezTo>
                      <a:pt x="4518089" y="5784686"/>
                      <a:pt x="4518281" y="5787924"/>
                      <a:pt x="4519234" y="5790592"/>
                    </a:cubicBezTo>
                    <a:cubicBezTo>
                      <a:pt x="4527233" y="5815169"/>
                      <a:pt x="4536378" y="5839361"/>
                      <a:pt x="4542855" y="5864318"/>
                    </a:cubicBezTo>
                    <a:cubicBezTo>
                      <a:pt x="4546095" y="5876511"/>
                      <a:pt x="4546476" y="5890037"/>
                      <a:pt x="4544759" y="5902610"/>
                    </a:cubicBezTo>
                    <a:cubicBezTo>
                      <a:pt x="4539808" y="5939377"/>
                      <a:pt x="4537712" y="5975764"/>
                      <a:pt x="4544951" y="6012723"/>
                    </a:cubicBezTo>
                    <a:cubicBezTo>
                      <a:pt x="4547808" y="6027392"/>
                      <a:pt x="4543045" y="6043776"/>
                      <a:pt x="4541332" y="6059397"/>
                    </a:cubicBezTo>
                    <a:cubicBezTo>
                      <a:pt x="4536759" y="6096736"/>
                      <a:pt x="4531805" y="6134075"/>
                      <a:pt x="4527426" y="6171605"/>
                    </a:cubicBezTo>
                    <a:cubicBezTo>
                      <a:pt x="4524758" y="6195037"/>
                      <a:pt x="4523234" y="6218660"/>
                      <a:pt x="4520568" y="6242093"/>
                    </a:cubicBezTo>
                    <a:cubicBezTo>
                      <a:pt x="4517327" y="6269144"/>
                      <a:pt x="4512375" y="6296005"/>
                      <a:pt x="4509706" y="6323058"/>
                    </a:cubicBezTo>
                    <a:cubicBezTo>
                      <a:pt x="4506659" y="6353919"/>
                      <a:pt x="4506089" y="6384972"/>
                      <a:pt x="4502848" y="6415833"/>
                    </a:cubicBezTo>
                    <a:cubicBezTo>
                      <a:pt x="4496563" y="6472225"/>
                      <a:pt x="4489132" y="6528424"/>
                      <a:pt x="4482084" y="6584812"/>
                    </a:cubicBezTo>
                    <a:cubicBezTo>
                      <a:pt x="4475226" y="6639488"/>
                      <a:pt x="4469129" y="6694164"/>
                      <a:pt x="4460557" y="6748458"/>
                    </a:cubicBezTo>
                    <a:cubicBezTo>
                      <a:pt x="4456937" y="6771319"/>
                      <a:pt x="4447030" y="6793035"/>
                      <a:pt x="4441507" y="6815516"/>
                    </a:cubicBezTo>
                    <a:lnTo>
                      <a:pt x="4431806" y="6858001"/>
                    </a:lnTo>
                    <a:lnTo>
                      <a:pt x="4259554" y="6858001"/>
                    </a:lnTo>
                    <a:lnTo>
                      <a:pt x="4259554" y="6858002"/>
                    </a:lnTo>
                    <a:lnTo>
                      <a:pt x="0" y="6858002"/>
                    </a:lnTo>
                    <a:lnTo>
                      <a:pt x="0" y="2"/>
                    </a:lnTo>
                    <a:lnTo>
                      <a:pt x="3766492" y="1"/>
                    </a:lnTo>
                    <a:lnTo>
                      <a:pt x="3769210" y="21486"/>
                    </a:lnTo>
                    <a:close/>
                  </a:path>
                </a:pathLst>
              </a:custGeom>
              <a:solidFill>
                <a:schemeClr val="bg1">
                  <a:alpha val="86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EDE579A-0A12-4A10-85D4-A8DA1663B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3697284" y="-1"/>
              <a:ext cx="884241" cy="6858002"/>
              <a:chOff x="3697284" y="-1"/>
              <a:chExt cx="884241" cy="6858002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5CA79E3-BA58-419A-8541-7498AC2633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-1"/>
                <a:ext cx="884241" cy="6858001"/>
                <a:chOff x="3697284" y="-1"/>
                <a:chExt cx="884241" cy="6858001"/>
              </a:xfrm>
              <a:solidFill>
                <a:srgbClr val="FFFFFF"/>
              </a:solidFill>
              <a:effectLst/>
            </p:grpSpPr>
            <p:sp>
              <p:nvSpPr>
                <p:cNvPr id="17" name="Freeform: Shape 16">
                  <a:extLst>
                    <a:ext uri="{FF2B5EF4-FFF2-40B4-BE49-F238E27FC236}">
                      <a16:creationId xmlns:a16="http://schemas.microsoft.com/office/drawing/2014/main" id="{2348C622-BC44-4959-B64E-427015FD1F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Freeform: Shape 17">
                  <a:extLst>
                    <a:ext uri="{FF2B5EF4-FFF2-40B4-BE49-F238E27FC236}">
                      <a16:creationId xmlns:a16="http://schemas.microsoft.com/office/drawing/2014/main" id="{F8841A98-AA1D-4F65-A368-EF31110B07C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6609F08-9B2C-4879-AC68-E3E537BED7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697284" y="0"/>
                <a:ext cx="884241" cy="6858001"/>
                <a:chOff x="3697284" y="-1"/>
                <a:chExt cx="884241" cy="6858001"/>
              </a:xfrm>
              <a:blipFill>
                <a:blip r:embed="rId2">
                  <a:alphaModFix amt="57000"/>
                </a:blip>
                <a:tile tx="0" ty="0" sx="100000" sy="100000" flip="none" algn="tl"/>
              </a:blipFill>
              <a:effectLst/>
            </p:grpSpPr>
            <p:sp>
              <p:nvSpPr>
                <p:cNvPr id="15" name="Freeform: Shape 14">
                  <a:extLst>
                    <a:ext uri="{FF2B5EF4-FFF2-40B4-BE49-F238E27FC236}">
                      <a16:creationId xmlns:a16="http://schemas.microsoft.com/office/drawing/2014/main" id="{6910EFC9-D70D-42FD-BCCD-AB1F710BFD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05641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Freeform: Shape 15">
                  <a:extLst>
                    <a:ext uri="{FF2B5EF4-FFF2-40B4-BE49-F238E27FC236}">
                      <a16:creationId xmlns:a16="http://schemas.microsoft.com/office/drawing/2014/main" id="{83BEF371-1E22-4C4F-A62F-AC6B92CAE0B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/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6200000" flipH="1">
                  <a:off x="715166" y="2991642"/>
                  <a:ext cx="6858001" cy="874716"/>
                </a:xfrm>
                <a:custGeom>
                  <a:avLst/>
                  <a:gdLst>
                    <a:gd name="connsiteX0" fmla="*/ 0 w 6858001"/>
                    <a:gd name="connsiteY0" fmla="*/ 533314 h 874716"/>
                    <a:gd name="connsiteX1" fmla="*/ 0 w 6858001"/>
                    <a:gd name="connsiteY1" fmla="*/ 69206 h 874716"/>
                    <a:gd name="connsiteX2" fmla="*/ 21486 w 6858001"/>
                    <a:gd name="connsiteY2" fmla="*/ 71924 h 874716"/>
                    <a:gd name="connsiteX3" fmla="*/ 228948 w 6858001"/>
                    <a:gd name="connsiteY3" fmla="*/ 88116 h 874716"/>
                    <a:gd name="connsiteX4" fmla="*/ 313533 w 6858001"/>
                    <a:gd name="connsiteY4" fmla="*/ 62779 h 874716"/>
                    <a:gd name="connsiteX5" fmla="*/ 338870 w 6858001"/>
                    <a:gd name="connsiteY5" fmla="*/ 62207 h 874716"/>
                    <a:gd name="connsiteX6" fmla="*/ 395640 w 6858001"/>
                    <a:gd name="connsiteY6" fmla="*/ 72114 h 874716"/>
                    <a:gd name="connsiteX7" fmla="*/ 512802 w 6858001"/>
                    <a:gd name="connsiteY7" fmla="*/ 65446 h 874716"/>
                    <a:gd name="connsiteX8" fmla="*/ 556047 w 6858001"/>
                    <a:gd name="connsiteY8" fmla="*/ 55349 h 874716"/>
                    <a:gd name="connsiteX9" fmla="*/ 580050 w 6858001"/>
                    <a:gd name="connsiteY9" fmla="*/ 48871 h 874716"/>
                    <a:gd name="connsiteX10" fmla="*/ 703308 w 6858001"/>
                    <a:gd name="connsiteY10" fmla="*/ 30964 h 874716"/>
                    <a:gd name="connsiteX11" fmla="*/ 758174 w 6858001"/>
                    <a:gd name="connsiteY11" fmla="*/ 11724 h 874716"/>
                    <a:gd name="connsiteX12" fmla="*/ 773035 w 6858001"/>
                    <a:gd name="connsiteY12" fmla="*/ 8866 h 874716"/>
                    <a:gd name="connsiteX13" fmla="*/ 854379 w 6858001"/>
                    <a:gd name="connsiteY13" fmla="*/ 16866 h 874716"/>
                    <a:gd name="connsiteX14" fmla="*/ 915343 w 6858001"/>
                    <a:gd name="connsiteY14" fmla="*/ 47919 h 874716"/>
                    <a:gd name="connsiteX15" fmla="*/ 927155 w 6858001"/>
                    <a:gd name="connsiteY15" fmla="*/ 58397 h 874716"/>
                    <a:gd name="connsiteX16" fmla="*/ 1097087 w 6858001"/>
                    <a:gd name="connsiteY16" fmla="*/ 54777 h 874716"/>
                    <a:gd name="connsiteX17" fmla="*/ 1123185 w 6858001"/>
                    <a:gd name="connsiteY17" fmla="*/ 50395 h 874716"/>
                    <a:gd name="connsiteX18" fmla="*/ 1249302 w 6858001"/>
                    <a:gd name="connsiteY18" fmla="*/ 68684 h 874716"/>
                    <a:gd name="connsiteX19" fmla="*/ 1286069 w 6858001"/>
                    <a:gd name="connsiteY19" fmla="*/ 72304 h 874716"/>
                    <a:gd name="connsiteX20" fmla="*/ 1417899 w 6858001"/>
                    <a:gd name="connsiteY20" fmla="*/ 88688 h 874716"/>
                    <a:gd name="connsiteX21" fmla="*/ 1436568 w 6858001"/>
                    <a:gd name="connsiteY21" fmla="*/ 73448 h 874716"/>
                    <a:gd name="connsiteX22" fmla="*/ 1490292 w 6858001"/>
                    <a:gd name="connsiteY22" fmla="*/ 35154 h 874716"/>
                    <a:gd name="connsiteX23" fmla="*/ 1596213 w 6858001"/>
                    <a:gd name="connsiteY23" fmla="*/ 1245 h 874716"/>
                    <a:gd name="connsiteX24" fmla="*/ 1624980 w 6858001"/>
                    <a:gd name="connsiteY24" fmla="*/ 3150 h 874716"/>
                    <a:gd name="connsiteX25" fmla="*/ 1697753 w 6858001"/>
                    <a:gd name="connsiteY25" fmla="*/ 59731 h 874716"/>
                    <a:gd name="connsiteX26" fmla="*/ 1733188 w 6858001"/>
                    <a:gd name="connsiteY26" fmla="*/ 82400 h 874716"/>
                    <a:gd name="connsiteX27" fmla="*/ 1833775 w 6858001"/>
                    <a:gd name="connsiteY27" fmla="*/ 124121 h 874716"/>
                    <a:gd name="connsiteX28" fmla="*/ 1842158 w 6858001"/>
                    <a:gd name="connsiteY28" fmla="*/ 131742 h 874716"/>
                    <a:gd name="connsiteX29" fmla="*/ 1916454 w 6858001"/>
                    <a:gd name="connsiteY29" fmla="*/ 222233 h 874716"/>
                    <a:gd name="connsiteX30" fmla="*/ 1933219 w 6858001"/>
                    <a:gd name="connsiteY30" fmla="*/ 237663 h 874716"/>
                    <a:gd name="connsiteX31" fmla="*/ 1953413 w 6858001"/>
                    <a:gd name="connsiteY31" fmla="*/ 261668 h 874716"/>
                    <a:gd name="connsiteX32" fmla="*/ 2016469 w 6858001"/>
                    <a:gd name="connsiteY32" fmla="*/ 308151 h 874716"/>
                    <a:gd name="connsiteX33" fmla="*/ 2094578 w 6858001"/>
                    <a:gd name="connsiteY33" fmla="*/ 323010 h 874716"/>
                    <a:gd name="connsiteX34" fmla="*/ 2188879 w 6858001"/>
                    <a:gd name="connsiteY34" fmla="*/ 345681 h 874716"/>
                    <a:gd name="connsiteX35" fmla="*/ 2228314 w 6858001"/>
                    <a:gd name="connsiteY35" fmla="*/ 360921 h 874716"/>
                    <a:gd name="connsiteX36" fmla="*/ 2334044 w 6858001"/>
                    <a:gd name="connsiteY36" fmla="*/ 389878 h 874716"/>
                    <a:gd name="connsiteX37" fmla="*/ 2409485 w 6858001"/>
                    <a:gd name="connsiteY37" fmla="*/ 414263 h 874716"/>
                    <a:gd name="connsiteX38" fmla="*/ 2518264 w 6858001"/>
                    <a:gd name="connsiteY38" fmla="*/ 428552 h 874716"/>
                    <a:gd name="connsiteX39" fmla="*/ 2571034 w 6858001"/>
                    <a:gd name="connsiteY39" fmla="*/ 429122 h 874716"/>
                    <a:gd name="connsiteX40" fmla="*/ 2668001 w 6858001"/>
                    <a:gd name="connsiteY40" fmla="*/ 502276 h 874716"/>
                    <a:gd name="connsiteX41" fmla="*/ 2745348 w 6858001"/>
                    <a:gd name="connsiteY41" fmla="*/ 550666 h 874716"/>
                    <a:gd name="connsiteX42" fmla="*/ 2826694 w 6858001"/>
                    <a:gd name="connsiteY42" fmla="*/ 527233 h 874716"/>
                    <a:gd name="connsiteX43" fmla="*/ 2848793 w 6858001"/>
                    <a:gd name="connsiteY43" fmla="*/ 505134 h 874716"/>
                    <a:gd name="connsiteX44" fmla="*/ 2982148 w 6858001"/>
                    <a:gd name="connsiteY44" fmla="*/ 484179 h 874716"/>
                    <a:gd name="connsiteX45" fmla="*/ 3172654 w 6858001"/>
                    <a:gd name="connsiteY45" fmla="*/ 483417 h 874716"/>
                    <a:gd name="connsiteX46" fmla="*/ 3489467 w 6858001"/>
                    <a:gd name="connsiteY46" fmla="*/ 435790 h 874716"/>
                    <a:gd name="connsiteX47" fmla="*/ 3544713 w 6858001"/>
                    <a:gd name="connsiteY47" fmla="*/ 413691 h 874716"/>
                    <a:gd name="connsiteX48" fmla="*/ 3606817 w 6858001"/>
                    <a:gd name="connsiteY48" fmla="*/ 408167 h 874716"/>
                    <a:gd name="connsiteX49" fmla="*/ 3630632 w 6858001"/>
                    <a:gd name="connsiteY49" fmla="*/ 421693 h 874716"/>
                    <a:gd name="connsiteX50" fmla="*/ 3734837 w 6858001"/>
                    <a:gd name="connsiteY50" fmla="*/ 441886 h 874716"/>
                    <a:gd name="connsiteX51" fmla="*/ 3754652 w 6858001"/>
                    <a:gd name="connsiteY51" fmla="*/ 442268 h 874716"/>
                    <a:gd name="connsiteX52" fmla="*/ 3822472 w 6858001"/>
                    <a:gd name="connsiteY52" fmla="*/ 433694 h 874716"/>
                    <a:gd name="connsiteX53" fmla="*/ 3885338 w 6858001"/>
                    <a:gd name="connsiteY53" fmla="*/ 428742 h 874716"/>
                    <a:gd name="connsiteX54" fmla="*/ 4043839 w 6858001"/>
                    <a:gd name="connsiteY54" fmla="*/ 444934 h 874716"/>
                    <a:gd name="connsiteX55" fmla="*/ 4165383 w 6858001"/>
                    <a:gd name="connsiteY55" fmla="*/ 441124 h 874716"/>
                    <a:gd name="connsiteX56" fmla="*/ 4221391 w 6858001"/>
                    <a:gd name="connsiteY56" fmla="*/ 444934 h 874716"/>
                    <a:gd name="connsiteX57" fmla="*/ 4253014 w 6858001"/>
                    <a:gd name="connsiteY57" fmla="*/ 450650 h 874716"/>
                    <a:gd name="connsiteX58" fmla="*/ 4324645 w 6858001"/>
                    <a:gd name="connsiteY58" fmla="*/ 490466 h 874716"/>
                    <a:gd name="connsiteX59" fmla="*/ 4363890 w 6858001"/>
                    <a:gd name="connsiteY59" fmla="*/ 499420 h 874716"/>
                    <a:gd name="connsiteX60" fmla="*/ 4482004 w 6858001"/>
                    <a:gd name="connsiteY60" fmla="*/ 498658 h 874716"/>
                    <a:gd name="connsiteX61" fmla="*/ 4659174 w 6858001"/>
                    <a:gd name="connsiteY61" fmla="*/ 438648 h 874716"/>
                    <a:gd name="connsiteX62" fmla="*/ 4677655 w 6858001"/>
                    <a:gd name="connsiteY62" fmla="*/ 430646 h 874716"/>
                    <a:gd name="connsiteX63" fmla="*/ 4767764 w 6858001"/>
                    <a:gd name="connsiteY63" fmla="*/ 420739 h 874716"/>
                    <a:gd name="connsiteX64" fmla="*/ 4828916 w 6858001"/>
                    <a:gd name="connsiteY64" fmla="*/ 434266 h 874716"/>
                    <a:gd name="connsiteX65" fmla="*/ 4912168 w 6858001"/>
                    <a:gd name="connsiteY65" fmla="*/ 462271 h 874716"/>
                    <a:gd name="connsiteX66" fmla="*/ 4987037 w 6858001"/>
                    <a:gd name="connsiteY66" fmla="*/ 485703 h 874716"/>
                    <a:gd name="connsiteX67" fmla="*/ 5041521 w 6858001"/>
                    <a:gd name="connsiteY67" fmla="*/ 512182 h 874716"/>
                    <a:gd name="connsiteX68" fmla="*/ 5166113 w 6858001"/>
                    <a:gd name="connsiteY68" fmla="*/ 531615 h 874716"/>
                    <a:gd name="connsiteX69" fmla="*/ 5179067 w 6858001"/>
                    <a:gd name="connsiteY69" fmla="*/ 534853 h 874716"/>
                    <a:gd name="connsiteX70" fmla="*/ 5272796 w 6858001"/>
                    <a:gd name="connsiteY70" fmla="*/ 511230 h 874716"/>
                    <a:gd name="connsiteX71" fmla="*/ 5385384 w 6858001"/>
                    <a:gd name="connsiteY71" fmla="*/ 487227 h 874716"/>
                    <a:gd name="connsiteX72" fmla="*/ 5425582 w 6858001"/>
                    <a:gd name="connsiteY72" fmla="*/ 495418 h 874716"/>
                    <a:gd name="connsiteX73" fmla="*/ 5480637 w 6858001"/>
                    <a:gd name="connsiteY73" fmla="*/ 507040 h 874716"/>
                    <a:gd name="connsiteX74" fmla="*/ 5531693 w 6858001"/>
                    <a:gd name="connsiteY74" fmla="*/ 500944 h 874716"/>
                    <a:gd name="connsiteX75" fmla="*/ 5562746 w 6858001"/>
                    <a:gd name="connsiteY75" fmla="*/ 500372 h 874716"/>
                    <a:gd name="connsiteX76" fmla="*/ 5704483 w 6858001"/>
                    <a:gd name="connsiteY76" fmla="*/ 571620 h 874716"/>
                    <a:gd name="connsiteX77" fmla="*/ 5740488 w 6858001"/>
                    <a:gd name="connsiteY77" fmla="*/ 577526 h 874716"/>
                    <a:gd name="connsiteX78" fmla="*/ 5760873 w 6858001"/>
                    <a:gd name="connsiteY78" fmla="*/ 586291 h 874716"/>
                    <a:gd name="connsiteX79" fmla="*/ 5883751 w 6858001"/>
                    <a:gd name="connsiteY79" fmla="*/ 674686 h 874716"/>
                    <a:gd name="connsiteX80" fmla="*/ 5935949 w 6858001"/>
                    <a:gd name="connsiteY80" fmla="*/ 692592 h 874716"/>
                    <a:gd name="connsiteX81" fmla="*/ 5993291 w 6858001"/>
                    <a:gd name="connsiteY81" fmla="*/ 688972 h 874716"/>
                    <a:gd name="connsiteX82" fmla="*/ 6026440 w 6858001"/>
                    <a:gd name="connsiteY82" fmla="*/ 682496 h 874716"/>
                    <a:gd name="connsiteX83" fmla="*/ 6108738 w 6858001"/>
                    <a:gd name="connsiteY83" fmla="*/ 626296 h 874716"/>
                    <a:gd name="connsiteX84" fmla="*/ 6155602 w 6858001"/>
                    <a:gd name="connsiteY84" fmla="*/ 628202 h 874716"/>
                    <a:gd name="connsiteX85" fmla="*/ 6228756 w 6858001"/>
                    <a:gd name="connsiteY85" fmla="*/ 666873 h 874716"/>
                    <a:gd name="connsiteX86" fmla="*/ 6361539 w 6858001"/>
                    <a:gd name="connsiteY86" fmla="*/ 684210 h 874716"/>
                    <a:gd name="connsiteX87" fmla="*/ 6428979 w 6858001"/>
                    <a:gd name="connsiteY87" fmla="*/ 630106 h 874716"/>
                    <a:gd name="connsiteX88" fmla="*/ 6463840 w 6858001"/>
                    <a:gd name="connsiteY88" fmla="*/ 578098 h 874716"/>
                    <a:gd name="connsiteX89" fmla="*/ 6564620 w 6858001"/>
                    <a:gd name="connsiteY89" fmla="*/ 517708 h 874716"/>
                    <a:gd name="connsiteX90" fmla="*/ 6588625 w 6858001"/>
                    <a:gd name="connsiteY90" fmla="*/ 540187 h 874716"/>
                    <a:gd name="connsiteX91" fmla="*/ 6662541 w 6858001"/>
                    <a:gd name="connsiteY91" fmla="*/ 549714 h 874716"/>
                    <a:gd name="connsiteX92" fmla="*/ 6742552 w 6858001"/>
                    <a:gd name="connsiteY92" fmla="*/ 548952 h 874716"/>
                    <a:gd name="connsiteX93" fmla="*/ 6812063 w 6858001"/>
                    <a:gd name="connsiteY93" fmla="*/ 568430 h 874716"/>
                    <a:gd name="connsiteX94" fmla="*/ 6858001 w 6858001"/>
                    <a:gd name="connsiteY94" fmla="*/ 562267 h 874716"/>
                    <a:gd name="connsiteX95" fmla="*/ 6858001 w 6858001"/>
                    <a:gd name="connsiteY95" fmla="*/ 734520 h 874716"/>
                    <a:gd name="connsiteX96" fmla="*/ 6815516 w 6858001"/>
                    <a:gd name="connsiteY96" fmla="*/ 744220 h 874716"/>
                    <a:gd name="connsiteX97" fmla="*/ 6748458 w 6858001"/>
                    <a:gd name="connsiteY97" fmla="*/ 763271 h 874716"/>
                    <a:gd name="connsiteX98" fmla="*/ 6584812 w 6858001"/>
                    <a:gd name="connsiteY98" fmla="*/ 784797 h 874716"/>
                    <a:gd name="connsiteX99" fmla="*/ 6415833 w 6858001"/>
                    <a:gd name="connsiteY99" fmla="*/ 805562 h 874716"/>
                    <a:gd name="connsiteX100" fmla="*/ 6323058 w 6858001"/>
                    <a:gd name="connsiteY100" fmla="*/ 812420 h 874716"/>
                    <a:gd name="connsiteX101" fmla="*/ 6242093 w 6858001"/>
                    <a:gd name="connsiteY101" fmla="*/ 823281 h 874716"/>
                    <a:gd name="connsiteX102" fmla="*/ 6171605 w 6858001"/>
                    <a:gd name="connsiteY102" fmla="*/ 830139 h 874716"/>
                    <a:gd name="connsiteX103" fmla="*/ 6059397 w 6858001"/>
                    <a:gd name="connsiteY103" fmla="*/ 844045 h 874716"/>
                    <a:gd name="connsiteX104" fmla="*/ 6012723 w 6858001"/>
                    <a:gd name="connsiteY104" fmla="*/ 847665 h 874716"/>
                    <a:gd name="connsiteX105" fmla="*/ 5902610 w 6858001"/>
                    <a:gd name="connsiteY105" fmla="*/ 847473 h 874716"/>
                    <a:gd name="connsiteX106" fmla="*/ 5864318 w 6858001"/>
                    <a:gd name="connsiteY106" fmla="*/ 845569 h 874716"/>
                    <a:gd name="connsiteX107" fmla="*/ 5790592 w 6858001"/>
                    <a:gd name="connsiteY107" fmla="*/ 821947 h 874716"/>
                    <a:gd name="connsiteX108" fmla="*/ 5781830 w 6858001"/>
                    <a:gd name="connsiteY108" fmla="*/ 820233 h 874716"/>
                    <a:gd name="connsiteX109" fmla="*/ 5733440 w 6858001"/>
                    <a:gd name="connsiteY109" fmla="*/ 810896 h 874716"/>
                    <a:gd name="connsiteX110" fmla="*/ 5706959 w 6858001"/>
                    <a:gd name="connsiteY110" fmla="*/ 807848 h 874716"/>
                    <a:gd name="connsiteX111" fmla="*/ 5606372 w 6858001"/>
                    <a:gd name="connsiteY111" fmla="*/ 788417 h 874716"/>
                    <a:gd name="connsiteX112" fmla="*/ 5548460 w 6858001"/>
                    <a:gd name="connsiteY112" fmla="*/ 779273 h 874716"/>
                    <a:gd name="connsiteX113" fmla="*/ 5501594 w 6858001"/>
                    <a:gd name="connsiteY113" fmla="*/ 780607 h 874716"/>
                    <a:gd name="connsiteX114" fmla="*/ 5419295 w 6858001"/>
                    <a:gd name="connsiteY114" fmla="*/ 782321 h 874716"/>
                    <a:gd name="connsiteX115" fmla="*/ 5393005 w 6858001"/>
                    <a:gd name="connsiteY115" fmla="*/ 786703 h 874716"/>
                    <a:gd name="connsiteX116" fmla="*/ 5274129 w 6858001"/>
                    <a:gd name="connsiteY116" fmla="*/ 774129 h 874716"/>
                    <a:gd name="connsiteX117" fmla="*/ 5206308 w 6858001"/>
                    <a:gd name="connsiteY117" fmla="*/ 773177 h 874716"/>
                    <a:gd name="connsiteX118" fmla="*/ 5129916 w 6858001"/>
                    <a:gd name="connsiteY118" fmla="*/ 757554 h 874716"/>
                    <a:gd name="connsiteX119" fmla="*/ 5107627 w 6858001"/>
                    <a:gd name="connsiteY119" fmla="*/ 758316 h 874716"/>
                    <a:gd name="connsiteX120" fmla="*/ 5082670 w 6858001"/>
                    <a:gd name="connsiteY120" fmla="*/ 759651 h 874716"/>
                    <a:gd name="connsiteX121" fmla="*/ 5006086 w 6858001"/>
                    <a:gd name="connsiteY121" fmla="*/ 760795 h 874716"/>
                    <a:gd name="connsiteX122" fmla="*/ 4959602 w 6858001"/>
                    <a:gd name="connsiteY122" fmla="*/ 766509 h 874716"/>
                    <a:gd name="connsiteX123" fmla="*/ 4871019 w 6858001"/>
                    <a:gd name="connsiteY123" fmla="*/ 763081 h 874716"/>
                    <a:gd name="connsiteX124" fmla="*/ 4838250 w 6858001"/>
                    <a:gd name="connsiteY124" fmla="*/ 768033 h 874716"/>
                    <a:gd name="connsiteX125" fmla="*/ 4755381 w 6858001"/>
                    <a:gd name="connsiteY125" fmla="*/ 768605 h 874716"/>
                    <a:gd name="connsiteX126" fmla="*/ 4681083 w 6858001"/>
                    <a:gd name="connsiteY126" fmla="*/ 765747 h 874716"/>
                    <a:gd name="connsiteX127" fmla="*/ 4609452 w 6858001"/>
                    <a:gd name="connsiteY127" fmla="*/ 767271 h 874716"/>
                    <a:gd name="connsiteX128" fmla="*/ 4558207 w 6858001"/>
                    <a:gd name="connsiteY128" fmla="*/ 773557 h 874716"/>
                    <a:gd name="connsiteX129" fmla="*/ 4502579 w 6858001"/>
                    <a:gd name="connsiteY129" fmla="*/ 777367 h 874716"/>
                    <a:gd name="connsiteX130" fmla="*/ 4349222 w 6858001"/>
                    <a:gd name="connsiteY130" fmla="*/ 800038 h 874716"/>
                    <a:gd name="connsiteX131" fmla="*/ 4320837 w 6858001"/>
                    <a:gd name="connsiteY131" fmla="*/ 794514 h 874716"/>
                    <a:gd name="connsiteX132" fmla="*/ 4159667 w 6858001"/>
                    <a:gd name="connsiteY132" fmla="*/ 789370 h 874716"/>
                    <a:gd name="connsiteX133" fmla="*/ 4124614 w 6858001"/>
                    <a:gd name="connsiteY133" fmla="*/ 789752 h 874716"/>
                    <a:gd name="connsiteX134" fmla="*/ 4030503 w 6858001"/>
                    <a:gd name="connsiteY134" fmla="*/ 767271 h 874716"/>
                    <a:gd name="connsiteX135" fmla="*/ 3885338 w 6858001"/>
                    <a:gd name="connsiteY135" fmla="*/ 802896 h 874716"/>
                    <a:gd name="connsiteX136" fmla="*/ 3749506 w 6858001"/>
                    <a:gd name="connsiteY136" fmla="*/ 847473 h 874716"/>
                    <a:gd name="connsiteX137" fmla="*/ 3732361 w 6858001"/>
                    <a:gd name="connsiteY137" fmla="*/ 853190 h 874716"/>
                    <a:gd name="connsiteX138" fmla="*/ 3683591 w 6858001"/>
                    <a:gd name="connsiteY138" fmla="*/ 862906 h 874716"/>
                    <a:gd name="connsiteX139" fmla="*/ 3623201 w 6858001"/>
                    <a:gd name="connsiteY139" fmla="*/ 866334 h 874716"/>
                    <a:gd name="connsiteX140" fmla="*/ 3546617 w 6858001"/>
                    <a:gd name="connsiteY140" fmla="*/ 874716 h 874716"/>
                    <a:gd name="connsiteX141" fmla="*/ 3485275 w 6858001"/>
                    <a:gd name="connsiteY141" fmla="*/ 864238 h 874716"/>
                    <a:gd name="connsiteX142" fmla="*/ 3399546 w 6858001"/>
                    <a:gd name="connsiteY142" fmla="*/ 848618 h 874716"/>
                    <a:gd name="connsiteX143" fmla="*/ 3318771 w 6858001"/>
                    <a:gd name="connsiteY143" fmla="*/ 833757 h 874716"/>
                    <a:gd name="connsiteX144" fmla="*/ 3293244 w 6858001"/>
                    <a:gd name="connsiteY144" fmla="*/ 851284 h 874716"/>
                    <a:gd name="connsiteX145" fmla="*/ 3253809 w 6858001"/>
                    <a:gd name="connsiteY145" fmla="*/ 866524 h 874716"/>
                    <a:gd name="connsiteX146" fmla="*/ 3209993 w 6858001"/>
                    <a:gd name="connsiteY146" fmla="*/ 848235 h 874716"/>
                    <a:gd name="connsiteX147" fmla="*/ 3107500 w 6858001"/>
                    <a:gd name="connsiteY147" fmla="*/ 810326 h 874716"/>
                    <a:gd name="connsiteX148" fmla="*/ 3042728 w 6858001"/>
                    <a:gd name="connsiteY148" fmla="*/ 808610 h 874716"/>
                    <a:gd name="connsiteX149" fmla="*/ 2901943 w 6858001"/>
                    <a:gd name="connsiteY149" fmla="*/ 792418 h 874716"/>
                    <a:gd name="connsiteX150" fmla="*/ 2809930 w 6858001"/>
                    <a:gd name="connsiteY150" fmla="*/ 769367 h 874716"/>
                    <a:gd name="connsiteX151" fmla="*/ 2743826 w 6858001"/>
                    <a:gd name="connsiteY151" fmla="*/ 743268 h 874716"/>
                    <a:gd name="connsiteX152" fmla="*/ 2649143 w 6858001"/>
                    <a:gd name="connsiteY152" fmla="*/ 709167 h 874716"/>
                    <a:gd name="connsiteX153" fmla="*/ 2554079 w 6858001"/>
                    <a:gd name="connsiteY153" fmla="*/ 691450 h 874716"/>
                    <a:gd name="connsiteX154" fmla="*/ 2485307 w 6858001"/>
                    <a:gd name="connsiteY154" fmla="*/ 669160 h 874716"/>
                    <a:gd name="connsiteX155" fmla="*/ 2401292 w 6858001"/>
                    <a:gd name="connsiteY155" fmla="*/ 653919 h 874716"/>
                    <a:gd name="connsiteX156" fmla="*/ 2330806 w 6858001"/>
                    <a:gd name="connsiteY156" fmla="*/ 653349 h 874716"/>
                    <a:gd name="connsiteX157" fmla="*/ 2220312 w 6858001"/>
                    <a:gd name="connsiteY157" fmla="*/ 656015 h 874716"/>
                    <a:gd name="connsiteX158" fmla="*/ 2085054 w 6858001"/>
                    <a:gd name="connsiteY158" fmla="*/ 609914 h 874716"/>
                    <a:gd name="connsiteX159" fmla="*/ 2030378 w 6858001"/>
                    <a:gd name="connsiteY159" fmla="*/ 599625 h 874716"/>
                    <a:gd name="connsiteX160" fmla="*/ 1978940 w 6858001"/>
                    <a:gd name="connsiteY160" fmla="*/ 594863 h 874716"/>
                    <a:gd name="connsiteX161" fmla="*/ 1869780 w 6858001"/>
                    <a:gd name="connsiteY161" fmla="*/ 564192 h 874716"/>
                    <a:gd name="connsiteX162" fmla="*/ 1825393 w 6858001"/>
                    <a:gd name="connsiteY162" fmla="*/ 554094 h 874716"/>
                    <a:gd name="connsiteX163" fmla="*/ 1763287 w 6858001"/>
                    <a:gd name="connsiteY163" fmla="*/ 554286 h 874716"/>
                    <a:gd name="connsiteX164" fmla="*/ 1650317 w 6858001"/>
                    <a:gd name="connsiteY164" fmla="*/ 540187 h 874716"/>
                    <a:gd name="connsiteX165" fmla="*/ 1537537 w 6858001"/>
                    <a:gd name="connsiteY165" fmla="*/ 499038 h 874716"/>
                    <a:gd name="connsiteX166" fmla="*/ 1489720 w 6858001"/>
                    <a:gd name="connsiteY166" fmla="*/ 503038 h 874716"/>
                    <a:gd name="connsiteX167" fmla="*/ 1472575 w 6858001"/>
                    <a:gd name="connsiteY167" fmla="*/ 502086 h 874716"/>
                    <a:gd name="connsiteX168" fmla="*/ 1318456 w 6858001"/>
                    <a:gd name="connsiteY168" fmla="*/ 479415 h 874716"/>
                    <a:gd name="connsiteX169" fmla="*/ 1303024 w 6858001"/>
                    <a:gd name="connsiteY169" fmla="*/ 476939 h 874716"/>
                    <a:gd name="connsiteX170" fmla="*/ 1230633 w 6858001"/>
                    <a:gd name="connsiteY170" fmla="*/ 456746 h 874716"/>
                    <a:gd name="connsiteX171" fmla="*/ 1048125 w 6858001"/>
                    <a:gd name="connsiteY171" fmla="*/ 444172 h 874716"/>
                    <a:gd name="connsiteX172" fmla="*/ 1036887 w 6858001"/>
                    <a:gd name="connsiteY172" fmla="*/ 442648 h 874716"/>
                    <a:gd name="connsiteX173" fmla="*/ 975733 w 6858001"/>
                    <a:gd name="connsiteY173" fmla="*/ 452744 h 874716"/>
                    <a:gd name="connsiteX174" fmla="*/ 945444 w 6858001"/>
                    <a:gd name="connsiteY174" fmla="*/ 467033 h 874716"/>
                    <a:gd name="connsiteX175" fmla="*/ 898198 w 6858001"/>
                    <a:gd name="connsiteY175" fmla="*/ 481893 h 874716"/>
                    <a:gd name="connsiteX176" fmla="*/ 850189 w 6858001"/>
                    <a:gd name="connsiteY176" fmla="*/ 487417 h 874716"/>
                    <a:gd name="connsiteX177" fmla="*/ 769605 w 6858001"/>
                    <a:gd name="connsiteY177" fmla="*/ 464937 h 874716"/>
                    <a:gd name="connsiteX178" fmla="*/ 740268 w 6858001"/>
                    <a:gd name="connsiteY178" fmla="*/ 462651 h 874716"/>
                    <a:gd name="connsiteX179" fmla="*/ 674923 w 6858001"/>
                    <a:gd name="connsiteY179" fmla="*/ 451792 h 874716"/>
                    <a:gd name="connsiteX180" fmla="*/ 617772 w 6858001"/>
                    <a:gd name="connsiteY180" fmla="*/ 452554 h 874716"/>
                    <a:gd name="connsiteX181" fmla="*/ 571860 w 6858001"/>
                    <a:gd name="connsiteY181" fmla="*/ 469891 h 874716"/>
                    <a:gd name="connsiteX182" fmla="*/ 505182 w 6858001"/>
                    <a:gd name="connsiteY182" fmla="*/ 473319 h 874716"/>
                    <a:gd name="connsiteX183" fmla="*/ 462126 w 6858001"/>
                    <a:gd name="connsiteY183" fmla="*/ 460747 h 874716"/>
                    <a:gd name="connsiteX184" fmla="*/ 453364 w 6858001"/>
                    <a:gd name="connsiteY184" fmla="*/ 459033 h 874716"/>
                    <a:gd name="connsiteX185" fmla="*/ 340774 w 6858001"/>
                    <a:gd name="connsiteY185" fmla="*/ 458268 h 874716"/>
                    <a:gd name="connsiteX186" fmla="*/ 200182 w 6858001"/>
                    <a:gd name="connsiteY186" fmla="*/ 496180 h 874716"/>
                    <a:gd name="connsiteX187" fmla="*/ 176939 w 6858001"/>
                    <a:gd name="connsiteY187" fmla="*/ 504182 h 874716"/>
                    <a:gd name="connsiteX188" fmla="*/ 63587 w 6858001"/>
                    <a:gd name="connsiteY188" fmla="*/ 518088 h 874716"/>
                    <a:gd name="connsiteX189" fmla="*/ 2817 w 6858001"/>
                    <a:gd name="connsiteY189" fmla="*/ 532187 h 874716"/>
                    <a:gd name="connsiteX190" fmla="*/ 0 w 6858001"/>
                    <a:gd name="connsiteY190" fmla="*/ 533314 h 8747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  <a:cxn ang="0">
                      <a:pos x="connsiteX157" y="connsiteY157"/>
                    </a:cxn>
                    <a:cxn ang="0">
                      <a:pos x="connsiteX158" y="connsiteY158"/>
                    </a:cxn>
                    <a:cxn ang="0">
                      <a:pos x="connsiteX159" y="connsiteY159"/>
                    </a:cxn>
                    <a:cxn ang="0">
                      <a:pos x="connsiteX160" y="connsiteY160"/>
                    </a:cxn>
                    <a:cxn ang="0">
                      <a:pos x="connsiteX161" y="connsiteY161"/>
                    </a:cxn>
                    <a:cxn ang="0">
                      <a:pos x="connsiteX162" y="connsiteY162"/>
                    </a:cxn>
                    <a:cxn ang="0">
                      <a:pos x="connsiteX163" y="connsiteY163"/>
                    </a:cxn>
                    <a:cxn ang="0">
                      <a:pos x="connsiteX164" y="connsiteY164"/>
                    </a:cxn>
                    <a:cxn ang="0">
                      <a:pos x="connsiteX165" y="connsiteY165"/>
                    </a:cxn>
                    <a:cxn ang="0">
                      <a:pos x="connsiteX166" y="connsiteY166"/>
                    </a:cxn>
                    <a:cxn ang="0">
                      <a:pos x="connsiteX167" y="connsiteY167"/>
                    </a:cxn>
                    <a:cxn ang="0">
                      <a:pos x="connsiteX168" y="connsiteY168"/>
                    </a:cxn>
                    <a:cxn ang="0">
                      <a:pos x="connsiteX169" y="connsiteY169"/>
                    </a:cxn>
                    <a:cxn ang="0">
                      <a:pos x="connsiteX170" y="connsiteY170"/>
                    </a:cxn>
                    <a:cxn ang="0">
                      <a:pos x="connsiteX171" y="connsiteY171"/>
                    </a:cxn>
                    <a:cxn ang="0">
                      <a:pos x="connsiteX172" y="connsiteY172"/>
                    </a:cxn>
                    <a:cxn ang="0">
                      <a:pos x="connsiteX173" y="connsiteY173"/>
                    </a:cxn>
                    <a:cxn ang="0">
                      <a:pos x="connsiteX174" y="connsiteY174"/>
                    </a:cxn>
                    <a:cxn ang="0">
                      <a:pos x="connsiteX175" y="connsiteY175"/>
                    </a:cxn>
                    <a:cxn ang="0">
                      <a:pos x="connsiteX176" y="connsiteY176"/>
                    </a:cxn>
                    <a:cxn ang="0">
                      <a:pos x="connsiteX177" y="connsiteY177"/>
                    </a:cxn>
                    <a:cxn ang="0">
                      <a:pos x="connsiteX178" y="connsiteY178"/>
                    </a:cxn>
                    <a:cxn ang="0">
                      <a:pos x="connsiteX179" y="connsiteY179"/>
                    </a:cxn>
                    <a:cxn ang="0">
                      <a:pos x="connsiteX180" y="connsiteY180"/>
                    </a:cxn>
                    <a:cxn ang="0">
                      <a:pos x="connsiteX181" y="connsiteY181"/>
                    </a:cxn>
                    <a:cxn ang="0">
                      <a:pos x="connsiteX182" y="connsiteY182"/>
                    </a:cxn>
                    <a:cxn ang="0">
                      <a:pos x="connsiteX183" y="connsiteY183"/>
                    </a:cxn>
                    <a:cxn ang="0">
                      <a:pos x="connsiteX184" y="connsiteY184"/>
                    </a:cxn>
                    <a:cxn ang="0">
                      <a:pos x="connsiteX185" y="connsiteY185"/>
                    </a:cxn>
                    <a:cxn ang="0">
                      <a:pos x="connsiteX186" y="connsiteY186"/>
                    </a:cxn>
                    <a:cxn ang="0">
                      <a:pos x="connsiteX187" y="connsiteY187"/>
                    </a:cxn>
                    <a:cxn ang="0">
                      <a:pos x="connsiteX188" y="connsiteY188"/>
                    </a:cxn>
                    <a:cxn ang="0">
                      <a:pos x="connsiteX189" y="connsiteY189"/>
                    </a:cxn>
                    <a:cxn ang="0">
                      <a:pos x="connsiteX190" y="connsiteY190"/>
                    </a:cxn>
                  </a:cxnLst>
                  <a:rect l="l" t="t" r="r" b="b"/>
                  <a:pathLst>
                    <a:path w="6858001" h="874716">
                      <a:moveTo>
                        <a:pt x="0" y="533314"/>
                      </a:moveTo>
                      <a:lnTo>
                        <a:pt x="0" y="69206"/>
                      </a:lnTo>
                      <a:lnTo>
                        <a:pt x="21486" y="71924"/>
                      </a:lnTo>
                      <a:cubicBezTo>
                        <a:pt x="92546" y="60493"/>
                        <a:pt x="159604" y="87354"/>
                        <a:pt x="228948" y="88116"/>
                      </a:cubicBezTo>
                      <a:cubicBezTo>
                        <a:pt x="260382" y="88496"/>
                        <a:pt x="291435" y="94592"/>
                        <a:pt x="313533" y="62779"/>
                      </a:cubicBezTo>
                      <a:cubicBezTo>
                        <a:pt x="316389" y="58587"/>
                        <a:pt x="330298" y="60873"/>
                        <a:pt x="338870" y="62207"/>
                      </a:cubicBezTo>
                      <a:cubicBezTo>
                        <a:pt x="357921" y="65066"/>
                        <a:pt x="376781" y="72304"/>
                        <a:pt x="395640" y="72114"/>
                      </a:cubicBezTo>
                      <a:cubicBezTo>
                        <a:pt x="434695" y="71924"/>
                        <a:pt x="473939" y="68876"/>
                        <a:pt x="512802" y="65446"/>
                      </a:cubicBezTo>
                      <a:cubicBezTo>
                        <a:pt x="527470" y="64112"/>
                        <a:pt x="541569" y="58969"/>
                        <a:pt x="556047" y="55349"/>
                      </a:cubicBezTo>
                      <a:cubicBezTo>
                        <a:pt x="564048" y="53253"/>
                        <a:pt x="572622" y="47729"/>
                        <a:pt x="580050" y="48871"/>
                      </a:cubicBezTo>
                      <a:cubicBezTo>
                        <a:pt x="623106" y="55539"/>
                        <a:pt x="662541" y="39157"/>
                        <a:pt x="703308" y="30964"/>
                      </a:cubicBezTo>
                      <a:cubicBezTo>
                        <a:pt x="722169" y="27154"/>
                        <a:pt x="739886" y="18010"/>
                        <a:pt x="758174" y="11724"/>
                      </a:cubicBezTo>
                      <a:cubicBezTo>
                        <a:pt x="762936" y="10008"/>
                        <a:pt x="768271" y="8484"/>
                        <a:pt x="773035" y="8866"/>
                      </a:cubicBezTo>
                      <a:cubicBezTo>
                        <a:pt x="800276" y="11152"/>
                        <a:pt x="827329" y="14390"/>
                        <a:pt x="854379" y="16866"/>
                      </a:cubicBezTo>
                      <a:cubicBezTo>
                        <a:pt x="878956" y="19152"/>
                        <a:pt x="903722" y="19914"/>
                        <a:pt x="915343" y="47919"/>
                      </a:cubicBezTo>
                      <a:cubicBezTo>
                        <a:pt x="917059" y="52301"/>
                        <a:pt x="922773" y="55539"/>
                        <a:pt x="927155" y="58397"/>
                      </a:cubicBezTo>
                      <a:cubicBezTo>
                        <a:pt x="994785" y="102405"/>
                        <a:pt x="1030980" y="101261"/>
                        <a:pt x="1097087" y="54777"/>
                      </a:cubicBezTo>
                      <a:cubicBezTo>
                        <a:pt x="1103945" y="50015"/>
                        <a:pt x="1118613" y="46585"/>
                        <a:pt x="1123185" y="50395"/>
                      </a:cubicBezTo>
                      <a:cubicBezTo>
                        <a:pt x="1162049" y="82020"/>
                        <a:pt x="1204532" y="78590"/>
                        <a:pt x="1249302" y="68684"/>
                      </a:cubicBezTo>
                      <a:cubicBezTo>
                        <a:pt x="1260922" y="66018"/>
                        <a:pt x="1277307" y="66018"/>
                        <a:pt x="1286069" y="72304"/>
                      </a:cubicBezTo>
                      <a:cubicBezTo>
                        <a:pt x="1327790" y="101451"/>
                        <a:pt x="1372560" y="97261"/>
                        <a:pt x="1417899" y="88688"/>
                      </a:cubicBezTo>
                      <a:cubicBezTo>
                        <a:pt x="1424948" y="87354"/>
                        <a:pt x="1433522" y="80114"/>
                        <a:pt x="1436568" y="73448"/>
                      </a:cubicBezTo>
                      <a:cubicBezTo>
                        <a:pt x="1447428" y="49825"/>
                        <a:pt x="1467813" y="41823"/>
                        <a:pt x="1490292" y="35154"/>
                      </a:cubicBezTo>
                      <a:cubicBezTo>
                        <a:pt x="1525727" y="24296"/>
                        <a:pt x="1560588" y="11532"/>
                        <a:pt x="1596213" y="1245"/>
                      </a:cubicBezTo>
                      <a:cubicBezTo>
                        <a:pt x="1604978" y="-1231"/>
                        <a:pt x="1615836" y="293"/>
                        <a:pt x="1624980" y="3150"/>
                      </a:cubicBezTo>
                      <a:cubicBezTo>
                        <a:pt x="1656223" y="12866"/>
                        <a:pt x="1676036" y="37251"/>
                        <a:pt x="1697753" y="59731"/>
                      </a:cubicBezTo>
                      <a:cubicBezTo>
                        <a:pt x="1707279" y="69638"/>
                        <a:pt x="1720423" y="76686"/>
                        <a:pt x="1733188" y="82400"/>
                      </a:cubicBezTo>
                      <a:cubicBezTo>
                        <a:pt x="1766335" y="97071"/>
                        <a:pt x="1800246" y="110215"/>
                        <a:pt x="1833775" y="124121"/>
                      </a:cubicBezTo>
                      <a:cubicBezTo>
                        <a:pt x="1837013" y="125455"/>
                        <a:pt x="1839679" y="128884"/>
                        <a:pt x="1842158" y="131742"/>
                      </a:cubicBezTo>
                      <a:cubicBezTo>
                        <a:pt x="1866922" y="161843"/>
                        <a:pt x="1891497" y="192132"/>
                        <a:pt x="1916454" y="222233"/>
                      </a:cubicBezTo>
                      <a:cubicBezTo>
                        <a:pt x="1921216" y="227947"/>
                        <a:pt x="1928076" y="232139"/>
                        <a:pt x="1933219" y="237663"/>
                      </a:cubicBezTo>
                      <a:cubicBezTo>
                        <a:pt x="1940459" y="245283"/>
                        <a:pt x="1949603" y="252524"/>
                        <a:pt x="1953413" y="261668"/>
                      </a:cubicBezTo>
                      <a:cubicBezTo>
                        <a:pt x="1965224" y="290433"/>
                        <a:pt x="1987894" y="302817"/>
                        <a:pt x="2016469" y="308151"/>
                      </a:cubicBezTo>
                      <a:cubicBezTo>
                        <a:pt x="2042570" y="313104"/>
                        <a:pt x="2068669" y="317296"/>
                        <a:pt x="2094578" y="323010"/>
                      </a:cubicBezTo>
                      <a:cubicBezTo>
                        <a:pt x="2126201" y="329868"/>
                        <a:pt x="2157636" y="337298"/>
                        <a:pt x="2188879" y="345681"/>
                      </a:cubicBezTo>
                      <a:cubicBezTo>
                        <a:pt x="2202404" y="349301"/>
                        <a:pt x="2216692" y="353491"/>
                        <a:pt x="2228314" y="360921"/>
                      </a:cubicBezTo>
                      <a:cubicBezTo>
                        <a:pt x="2260890" y="381496"/>
                        <a:pt x="2295753" y="395402"/>
                        <a:pt x="2334044" y="389878"/>
                      </a:cubicBezTo>
                      <a:cubicBezTo>
                        <a:pt x="2364715" y="385496"/>
                        <a:pt x="2390434" y="396736"/>
                        <a:pt x="2409485" y="414263"/>
                      </a:cubicBezTo>
                      <a:cubicBezTo>
                        <a:pt x="2444158" y="446078"/>
                        <a:pt x="2481305" y="438838"/>
                        <a:pt x="2518264" y="428552"/>
                      </a:cubicBezTo>
                      <a:cubicBezTo>
                        <a:pt x="2537315" y="423217"/>
                        <a:pt x="2552935" y="423979"/>
                        <a:pt x="2571034" y="429122"/>
                      </a:cubicBezTo>
                      <a:cubicBezTo>
                        <a:pt x="2612945" y="441124"/>
                        <a:pt x="2640950" y="473701"/>
                        <a:pt x="2668001" y="502276"/>
                      </a:cubicBezTo>
                      <a:cubicBezTo>
                        <a:pt x="2691054" y="526661"/>
                        <a:pt x="2716963" y="540377"/>
                        <a:pt x="2745348" y="550666"/>
                      </a:cubicBezTo>
                      <a:cubicBezTo>
                        <a:pt x="2781163" y="563810"/>
                        <a:pt x="2809548" y="558858"/>
                        <a:pt x="2826694" y="527233"/>
                      </a:cubicBezTo>
                      <a:cubicBezTo>
                        <a:pt x="2831457" y="518278"/>
                        <a:pt x="2839839" y="507800"/>
                        <a:pt x="2848793" y="505134"/>
                      </a:cubicBezTo>
                      <a:cubicBezTo>
                        <a:pt x="2892037" y="491800"/>
                        <a:pt x="2935854" y="472367"/>
                        <a:pt x="2982148" y="484179"/>
                      </a:cubicBezTo>
                      <a:cubicBezTo>
                        <a:pt x="3046158" y="500372"/>
                        <a:pt x="3108644" y="499420"/>
                        <a:pt x="3172654" y="483417"/>
                      </a:cubicBezTo>
                      <a:cubicBezTo>
                        <a:pt x="3276480" y="457508"/>
                        <a:pt x="3380305" y="430076"/>
                        <a:pt x="3489467" y="435790"/>
                      </a:cubicBezTo>
                      <a:cubicBezTo>
                        <a:pt x="3507563" y="436742"/>
                        <a:pt x="3529090" y="425121"/>
                        <a:pt x="3544713" y="413691"/>
                      </a:cubicBezTo>
                      <a:cubicBezTo>
                        <a:pt x="3574622" y="391974"/>
                        <a:pt x="3573288" y="390258"/>
                        <a:pt x="3606817" y="408167"/>
                      </a:cubicBezTo>
                      <a:cubicBezTo>
                        <a:pt x="3614819" y="412549"/>
                        <a:pt x="3624725" y="415215"/>
                        <a:pt x="3630632" y="421693"/>
                      </a:cubicBezTo>
                      <a:cubicBezTo>
                        <a:pt x="3660731" y="454650"/>
                        <a:pt x="3697880" y="446648"/>
                        <a:pt x="3734837" y="441886"/>
                      </a:cubicBezTo>
                      <a:cubicBezTo>
                        <a:pt x="3741315" y="440934"/>
                        <a:pt x="3749125" y="439600"/>
                        <a:pt x="3754652" y="442268"/>
                      </a:cubicBezTo>
                      <a:cubicBezTo>
                        <a:pt x="3779607" y="454268"/>
                        <a:pt x="3800753" y="450078"/>
                        <a:pt x="3822472" y="433694"/>
                      </a:cubicBezTo>
                      <a:cubicBezTo>
                        <a:pt x="3841331" y="419597"/>
                        <a:pt x="3863049" y="411215"/>
                        <a:pt x="3885338" y="428742"/>
                      </a:cubicBezTo>
                      <a:cubicBezTo>
                        <a:pt x="3934870" y="467605"/>
                        <a:pt x="3987829" y="469509"/>
                        <a:pt x="4043839" y="444934"/>
                      </a:cubicBezTo>
                      <a:cubicBezTo>
                        <a:pt x="4083845" y="427407"/>
                        <a:pt x="4123280" y="423407"/>
                        <a:pt x="4165383" y="441124"/>
                      </a:cubicBezTo>
                      <a:cubicBezTo>
                        <a:pt x="4181576" y="447982"/>
                        <a:pt x="4202531" y="443410"/>
                        <a:pt x="4221391" y="444934"/>
                      </a:cubicBezTo>
                      <a:cubicBezTo>
                        <a:pt x="4232060" y="445696"/>
                        <a:pt x="4243872" y="445886"/>
                        <a:pt x="4253014" y="450650"/>
                      </a:cubicBezTo>
                      <a:cubicBezTo>
                        <a:pt x="4277401" y="462843"/>
                        <a:pt x="4300070" y="478463"/>
                        <a:pt x="4324645" y="490466"/>
                      </a:cubicBezTo>
                      <a:cubicBezTo>
                        <a:pt x="4336457" y="496180"/>
                        <a:pt x="4350554" y="499228"/>
                        <a:pt x="4363890" y="499420"/>
                      </a:cubicBezTo>
                      <a:cubicBezTo>
                        <a:pt x="4403325" y="500372"/>
                        <a:pt x="4442761" y="500372"/>
                        <a:pt x="4482004" y="498658"/>
                      </a:cubicBezTo>
                      <a:cubicBezTo>
                        <a:pt x="4546776" y="495990"/>
                        <a:pt x="4612500" y="495418"/>
                        <a:pt x="4659174" y="438648"/>
                      </a:cubicBezTo>
                      <a:cubicBezTo>
                        <a:pt x="4662986" y="434076"/>
                        <a:pt x="4671176" y="431408"/>
                        <a:pt x="4677655" y="430646"/>
                      </a:cubicBezTo>
                      <a:cubicBezTo>
                        <a:pt x="4707564" y="427027"/>
                        <a:pt x="4738235" y="426645"/>
                        <a:pt x="4767764" y="420739"/>
                      </a:cubicBezTo>
                      <a:cubicBezTo>
                        <a:pt x="4791386" y="415977"/>
                        <a:pt x="4811009" y="417501"/>
                        <a:pt x="4828916" y="434266"/>
                      </a:cubicBezTo>
                      <a:cubicBezTo>
                        <a:pt x="4852348" y="456364"/>
                        <a:pt x="4880925" y="469319"/>
                        <a:pt x="4912168" y="462271"/>
                      </a:cubicBezTo>
                      <a:cubicBezTo>
                        <a:pt x="4943409" y="455412"/>
                        <a:pt x="4963984" y="470271"/>
                        <a:pt x="4987037" y="485703"/>
                      </a:cubicBezTo>
                      <a:cubicBezTo>
                        <a:pt x="5003801" y="496942"/>
                        <a:pt x="5022852" y="511040"/>
                        <a:pt x="5041521" y="512182"/>
                      </a:cubicBezTo>
                      <a:cubicBezTo>
                        <a:pt x="5083814" y="514658"/>
                        <a:pt x="5120201" y="553904"/>
                        <a:pt x="5166113" y="531615"/>
                      </a:cubicBezTo>
                      <a:cubicBezTo>
                        <a:pt x="5169161" y="530091"/>
                        <a:pt x="5174685" y="533901"/>
                        <a:pt x="5179067" y="534853"/>
                      </a:cubicBezTo>
                      <a:cubicBezTo>
                        <a:pt x="5214121" y="542093"/>
                        <a:pt x="5247078" y="535043"/>
                        <a:pt x="5272796" y="511230"/>
                      </a:cubicBezTo>
                      <a:cubicBezTo>
                        <a:pt x="5306516" y="480177"/>
                        <a:pt x="5343855" y="477129"/>
                        <a:pt x="5385384" y="487227"/>
                      </a:cubicBezTo>
                      <a:cubicBezTo>
                        <a:pt x="5398721" y="490466"/>
                        <a:pt x="5412057" y="492752"/>
                        <a:pt x="5425582" y="495418"/>
                      </a:cubicBezTo>
                      <a:cubicBezTo>
                        <a:pt x="5443870" y="499228"/>
                        <a:pt x="5462351" y="503230"/>
                        <a:pt x="5480637" y="507040"/>
                      </a:cubicBezTo>
                      <a:cubicBezTo>
                        <a:pt x="5498356" y="510850"/>
                        <a:pt x="5517979" y="517326"/>
                        <a:pt x="5531693" y="500944"/>
                      </a:cubicBezTo>
                      <a:cubicBezTo>
                        <a:pt x="5543506" y="486845"/>
                        <a:pt x="5551888" y="488179"/>
                        <a:pt x="5562746" y="500372"/>
                      </a:cubicBezTo>
                      <a:cubicBezTo>
                        <a:pt x="5600467" y="543045"/>
                        <a:pt x="5646189" y="569716"/>
                        <a:pt x="5704483" y="571620"/>
                      </a:cubicBezTo>
                      <a:cubicBezTo>
                        <a:pt x="5716485" y="572002"/>
                        <a:pt x="5728678" y="574668"/>
                        <a:pt x="5740488" y="577526"/>
                      </a:cubicBezTo>
                      <a:cubicBezTo>
                        <a:pt x="5747728" y="579241"/>
                        <a:pt x="5756493" y="581147"/>
                        <a:pt x="5760873" y="586291"/>
                      </a:cubicBezTo>
                      <a:cubicBezTo>
                        <a:pt x="5794974" y="625534"/>
                        <a:pt x="5837457" y="652777"/>
                        <a:pt x="5883751" y="674686"/>
                      </a:cubicBezTo>
                      <a:cubicBezTo>
                        <a:pt x="5900323" y="682496"/>
                        <a:pt x="5918042" y="690306"/>
                        <a:pt x="5935949" y="692592"/>
                      </a:cubicBezTo>
                      <a:cubicBezTo>
                        <a:pt x="5954617" y="694878"/>
                        <a:pt x="5974240" y="691068"/>
                        <a:pt x="5993291" y="688972"/>
                      </a:cubicBezTo>
                      <a:cubicBezTo>
                        <a:pt x="6004531" y="687830"/>
                        <a:pt x="6017485" y="688020"/>
                        <a:pt x="6026440" y="682496"/>
                      </a:cubicBezTo>
                      <a:cubicBezTo>
                        <a:pt x="6054825" y="665159"/>
                        <a:pt x="6082258" y="646491"/>
                        <a:pt x="6108738" y="626296"/>
                      </a:cubicBezTo>
                      <a:cubicBezTo>
                        <a:pt x="6131409" y="608960"/>
                        <a:pt x="6135981" y="606483"/>
                        <a:pt x="6155602" y="628202"/>
                      </a:cubicBezTo>
                      <a:cubicBezTo>
                        <a:pt x="6175797" y="650491"/>
                        <a:pt x="6200944" y="662111"/>
                        <a:pt x="6228756" y="666873"/>
                      </a:cubicBezTo>
                      <a:cubicBezTo>
                        <a:pt x="6272764" y="674304"/>
                        <a:pt x="6317151" y="680590"/>
                        <a:pt x="6361539" y="684210"/>
                      </a:cubicBezTo>
                      <a:cubicBezTo>
                        <a:pt x="6401736" y="687448"/>
                        <a:pt x="6420977" y="669922"/>
                        <a:pt x="6428979" y="630106"/>
                      </a:cubicBezTo>
                      <a:cubicBezTo>
                        <a:pt x="6433551" y="608007"/>
                        <a:pt x="6439458" y="584003"/>
                        <a:pt x="6463840" y="578098"/>
                      </a:cubicBezTo>
                      <a:cubicBezTo>
                        <a:pt x="6503658" y="568572"/>
                        <a:pt x="6544997" y="564382"/>
                        <a:pt x="6564620" y="517708"/>
                      </a:cubicBezTo>
                      <a:cubicBezTo>
                        <a:pt x="6575478" y="527995"/>
                        <a:pt x="6582146" y="534091"/>
                        <a:pt x="6588625" y="540187"/>
                      </a:cubicBezTo>
                      <a:cubicBezTo>
                        <a:pt x="6606531" y="557142"/>
                        <a:pt x="6643678" y="564382"/>
                        <a:pt x="6662541" y="549714"/>
                      </a:cubicBezTo>
                      <a:cubicBezTo>
                        <a:pt x="6690354" y="528377"/>
                        <a:pt x="6715883" y="532377"/>
                        <a:pt x="6742552" y="548952"/>
                      </a:cubicBezTo>
                      <a:cubicBezTo>
                        <a:pt x="6764841" y="562668"/>
                        <a:pt x="6788417" y="567954"/>
                        <a:pt x="6812063" y="568430"/>
                      </a:cubicBezTo>
                      <a:lnTo>
                        <a:pt x="6858001" y="562267"/>
                      </a:lnTo>
                      <a:lnTo>
                        <a:pt x="6858001" y="734520"/>
                      </a:lnTo>
                      <a:lnTo>
                        <a:pt x="6815516" y="744220"/>
                      </a:lnTo>
                      <a:cubicBezTo>
                        <a:pt x="6793035" y="749744"/>
                        <a:pt x="6771319" y="759651"/>
                        <a:pt x="6748458" y="763271"/>
                      </a:cubicBezTo>
                      <a:cubicBezTo>
                        <a:pt x="6694164" y="771843"/>
                        <a:pt x="6639488" y="777939"/>
                        <a:pt x="6584812" y="784797"/>
                      </a:cubicBezTo>
                      <a:cubicBezTo>
                        <a:pt x="6528424" y="791846"/>
                        <a:pt x="6472225" y="799276"/>
                        <a:pt x="6415833" y="805562"/>
                      </a:cubicBezTo>
                      <a:cubicBezTo>
                        <a:pt x="6384972" y="808802"/>
                        <a:pt x="6353919" y="809372"/>
                        <a:pt x="6323058" y="812420"/>
                      </a:cubicBezTo>
                      <a:cubicBezTo>
                        <a:pt x="6296005" y="815088"/>
                        <a:pt x="6269144" y="820041"/>
                        <a:pt x="6242093" y="823281"/>
                      </a:cubicBezTo>
                      <a:cubicBezTo>
                        <a:pt x="6218660" y="825947"/>
                        <a:pt x="6195037" y="827471"/>
                        <a:pt x="6171605" y="830139"/>
                      </a:cubicBezTo>
                      <a:cubicBezTo>
                        <a:pt x="6134075" y="834519"/>
                        <a:pt x="6096736" y="839473"/>
                        <a:pt x="6059397" y="844045"/>
                      </a:cubicBezTo>
                      <a:cubicBezTo>
                        <a:pt x="6043776" y="845759"/>
                        <a:pt x="6027392" y="850522"/>
                        <a:pt x="6012723" y="847665"/>
                      </a:cubicBezTo>
                      <a:cubicBezTo>
                        <a:pt x="5975764" y="840425"/>
                        <a:pt x="5939377" y="842521"/>
                        <a:pt x="5902610" y="847473"/>
                      </a:cubicBezTo>
                      <a:cubicBezTo>
                        <a:pt x="5890037" y="849190"/>
                        <a:pt x="5876511" y="848808"/>
                        <a:pt x="5864318" y="845569"/>
                      </a:cubicBezTo>
                      <a:cubicBezTo>
                        <a:pt x="5839361" y="839091"/>
                        <a:pt x="5815169" y="829947"/>
                        <a:pt x="5790592" y="821947"/>
                      </a:cubicBezTo>
                      <a:cubicBezTo>
                        <a:pt x="5787924" y="820995"/>
                        <a:pt x="5784686" y="820803"/>
                        <a:pt x="5781830" y="820233"/>
                      </a:cubicBezTo>
                      <a:cubicBezTo>
                        <a:pt x="5765635" y="816992"/>
                        <a:pt x="5749634" y="813754"/>
                        <a:pt x="5733440" y="810896"/>
                      </a:cubicBezTo>
                      <a:cubicBezTo>
                        <a:pt x="5724678" y="809372"/>
                        <a:pt x="5715723" y="809182"/>
                        <a:pt x="5706959" y="807848"/>
                      </a:cubicBezTo>
                      <a:cubicBezTo>
                        <a:pt x="5673050" y="802514"/>
                        <a:pt x="5635711" y="811468"/>
                        <a:pt x="5606372" y="788417"/>
                      </a:cubicBezTo>
                      <a:cubicBezTo>
                        <a:pt x="5587321" y="773557"/>
                        <a:pt x="5568842" y="776987"/>
                        <a:pt x="5548460" y="779273"/>
                      </a:cubicBezTo>
                      <a:cubicBezTo>
                        <a:pt x="5533027" y="780987"/>
                        <a:pt x="5517215" y="780415"/>
                        <a:pt x="5501594" y="780607"/>
                      </a:cubicBezTo>
                      <a:cubicBezTo>
                        <a:pt x="5474161" y="781177"/>
                        <a:pt x="5446728" y="781369"/>
                        <a:pt x="5419295" y="782321"/>
                      </a:cubicBezTo>
                      <a:cubicBezTo>
                        <a:pt x="5410531" y="782701"/>
                        <a:pt x="5401579" y="787465"/>
                        <a:pt x="5393005" y="786703"/>
                      </a:cubicBezTo>
                      <a:cubicBezTo>
                        <a:pt x="5353379" y="783083"/>
                        <a:pt x="5313754" y="777367"/>
                        <a:pt x="5274129" y="774129"/>
                      </a:cubicBezTo>
                      <a:cubicBezTo>
                        <a:pt x="5251650" y="772225"/>
                        <a:pt x="5228597" y="775843"/>
                        <a:pt x="5206308" y="773177"/>
                      </a:cubicBezTo>
                      <a:cubicBezTo>
                        <a:pt x="5180591" y="770129"/>
                        <a:pt x="5155445" y="762319"/>
                        <a:pt x="5129916" y="757554"/>
                      </a:cubicBezTo>
                      <a:cubicBezTo>
                        <a:pt x="5122867" y="756222"/>
                        <a:pt x="5115057" y="757936"/>
                        <a:pt x="5107627" y="758316"/>
                      </a:cubicBezTo>
                      <a:cubicBezTo>
                        <a:pt x="5099245" y="758699"/>
                        <a:pt x="5091052" y="759461"/>
                        <a:pt x="5082670" y="759651"/>
                      </a:cubicBezTo>
                      <a:cubicBezTo>
                        <a:pt x="5057141" y="760033"/>
                        <a:pt x="5031614" y="759461"/>
                        <a:pt x="5006086" y="760795"/>
                      </a:cubicBezTo>
                      <a:cubicBezTo>
                        <a:pt x="4990465" y="761557"/>
                        <a:pt x="4974082" y="769367"/>
                        <a:pt x="4959602" y="766509"/>
                      </a:cubicBezTo>
                      <a:cubicBezTo>
                        <a:pt x="4930075" y="760985"/>
                        <a:pt x="4900546" y="773367"/>
                        <a:pt x="4871019" y="763081"/>
                      </a:cubicBezTo>
                      <a:cubicBezTo>
                        <a:pt x="4861873" y="760033"/>
                        <a:pt x="4849300" y="767653"/>
                        <a:pt x="4838250" y="768033"/>
                      </a:cubicBezTo>
                      <a:cubicBezTo>
                        <a:pt x="4810627" y="768985"/>
                        <a:pt x="4783004" y="768795"/>
                        <a:pt x="4755381" y="768605"/>
                      </a:cubicBezTo>
                      <a:cubicBezTo>
                        <a:pt x="4730614" y="768415"/>
                        <a:pt x="4704895" y="771081"/>
                        <a:pt x="4681083" y="765747"/>
                      </a:cubicBezTo>
                      <a:cubicBezTo>
                        <a:pt x="4656126" y="760033"/>
                        <a:pt x="4633647" y="760795"/>
                        <a:pt x="4609452" y="767271"/>
                      </a:cubicBezTo>
                      <a:cubicBezTo>
                        <a:pt x="4592878" y="771653"/>
                        <a:pt x="4575351" y="772225"/>
                        <a:pt x="4558207" y="773557"/>
                      </a:cubicBezTo>
                      <a:cubicBezTo>
                        <a:pt x="4539728" y="775081"/>
                        <a:pt x="4519343" y="771081"/>
                        <a:pt x="4502579" y="777367"/>
                      </a:cubicBezTo>
                      <a:cubicBezTo>
                        <a:pt x="4452665" y="796038"/>
                        <a:pt x="4401419" y="800038"/>
                        <a:pt x="4349222" y="800038"/>
                      </a:cubicBezTo>
                      <a:cubicBezTo>
                        <a:pt x="4339695" y="800038"/>
                        <a:pt x="4329979" y="797372"/>
                        <a:pt x="4320837" y="794514"/>
                      </a:cubicBezTo>
                      <a:cubicBezTo>
                        <a:pt x="4267493" y="777367"/>
                        <a:pt x="4213961" y="778891"/>
                        <a:pt x="4159667" y="789370"/>
                      </a:cubicBezTo>
                      <a:cubicBezTo>
                        <a:pt x="4148427" y="791656"/>
                        <a:pt x="4135854" y="792038"/>
                        <a:pt x="4124614" y="789752"/>
                      </a:cubicBezTo>
                      <a:cubicBezTo>
                        <a:pt x="4092989" y="783083"/>
                        <a:pt x="4062318" y="772033"/>
                        <a:pt x="4030503" y="767271"/>
                      </a:cubicBezTo>
                      <a:cubicBezTo>
                        <a:pt x="3977925" y="759461"/>
                        <a:pt x="3932394" y="785749"/>
                        <a:pt x="3885338" y="802896"/>
                      </a:cubicBezTo>
                      <a:cubicBezTo>
                        <a:pt x="3840569" y="819089"/>
                        <a:pt x="3802467" y="855666"/>
                        <a:pt x="3749506" y="847473"/>
                      </a:cubicBezTo>
                      <a:cubicBezTo>
                        <a:pt x="3744173" y="846711"/>
                        <a:pt x="3738267" y="851856"/>
                        <a:pt x="3732361" y="853190"/>
                      </a:cubicBezTo>
                      <a:cubicBezTo>
                        <a:pt x="3716168" y="856810"/>
                        <a:pt x="3699976" y="861190"/>
                        <a:pt x="3683591" y="862906"/>
                      </a:cubicBezTo>
                      <a:cubicBezTo>
                        <a:pt x="3663589" y="865192"/>
                        <a:pt x="3643204" y="864430"/>
                        <a:pt x="3623201" y="866334"/>
                      </a:cubicBezTo>
                      <a:cubicBezTo>
                        <a:pt x="3597482" y="868620"/>
                        <a:pt x="3572146" y="874716"/>
                        <a:pt x="3546617" y="874716"/>
                      </a:cubicBezTo>
                      <a:cubicBezTo>
                        <a:pt x="3526042" y="874716"/>
                        <a:pt x="3505657" y="867668"/>
                        <a:pt x="3485275" y="864238"/>
                      </a:cubicBezTo>
                      <a:cubicBezTo>
                        <a:pt x="3456508" y="859476"/>
                        <a:pt x="3424883" y="860810"/>
                        <a:pt x="3399546" y="848618"/>
                      </a:cubicBezTo>
                      <a:cubicBezTo>
                        <a:pt x="3372495" y="835663"/>
                        <a:pt x="3346776" y="829757"/>
                        <a:pt x="3318771" y="833757"/>
                      </a:cubicBezTo>
                      <a:cubicBezTo>
                        <a:pt x="3309437" y="835091"/>
                        <a:pt x="3297434" y="843093"/>
                        <a:pt x="3293244" y="851284"/>
                      </a:cubicBezTo>
                      <a:cubicBezTo>
                        <a:pt x="3283908" y="869572"/>
                        <a:pt x="3271145" y="872812"/>
                        <a:pt x="3253809" y="866524"/>
                      </a:cubicBezTo>
                      <a:cubicBezTo>
                        <a:pt x="3238758" y="861190"/>
                        <a:pt x="3220280" y="858524"/>
                        <a:pt x="3209993" y="848235"/>
                      </a:cubicBezTo>
                      <a:cubicBezTo>
                        <a:pt x="3180844" y="819089"/>
                        <a:pt x="3143695" y="818136"/>
                        <a:pt x="3107500" y="810326"/>
                      </a:cubicBezTo>
                      <a:cubicBezTo>
                        <a:pt x="3085403" y="805562"/>
                        <a:pt x="3064827" y="805372"/>
                        <a:pt x="3042728" y="808610"/>
                      </a:cubicBezTo>
                      <a:cubicBezTo>
                        <a:pt x="2994722" y="815850"/>
                        <a:pt x="2948047" y="805562"/>
                        <a:pt x="2901943" y="792418"/>
                      </a:cubicBezTo>
                      <a:cubicBezTo>
                        <a:pt x="2871462" y="783655"/>
                        <a:pt x="2840219" y="778321"/>
                        <a:pt x="2809930" y="769367"/>
                      </a:cubicBezTo>
                      <a:cubicBezTo>
                        <a:pt x="2787259" y="762509"/>
                        <a:pt x="2764590" y="754316"/>
                        <a:pt x="2743826" y="743268"/>
                      </a:cubicBezTo>
                      <a:cubicBezTo>
                        <a:pt x="2713723" y="727073"/>
                        <a:pt x="2687436" y="702689"/>
                        <a:pt x="2649143" y="709167"/>
                      </a:cubicBezTo>
                      <a:cubicBezTo>
                        <a:pt x="2615421" y="714881"/>
                        <a:pt x="2584942" y="702881"/>
                        <a:pt x="2554079" y="691450"/>
                      </a:cubicBezTo>
                      <a:cubicBezTo>
                        <a:pt x="2531409" y="683068"/>
                        <a:pt x="2508742" y="674494"/>
                        <a:pt x="2485307" y="669160"/>
                      </a:cubicBezTo>
                      <a:cubicBezTo>
                        <a:pt x="2457492" y="662873"/>
                        <a:pt x="2426059" y="665541"/>
                        <a:pt x="2401292" y="653919"/>
                      </a:cubicBezTo>
                      <a:cubicBezTo>
                        <a:pt x="2375383" y="641727"/>
                        <a:pt x="2353859" y="649919"/>
                        <a:pt x="2330806" y="653349"/>
                      </a:cubicBezTo>
                      <a:cubicBezTo>
                        <a:pt x="2294039" y="658683"/>
                        <a:pt x="2257459" y="668590"/>
                        <a:pt x="2220312" y="656015"/>
                      </a:cubicBezTo>
                      <a:cubicBezTo>
                        <a:pt x="2175163" y="640775"/>
                        <a:pt x="2130393" y="624392"/>
                        <a:pt x="2085054" y="609914"/>
                      </a:cubicBezTo>
                      <a:cubicBezTo>
                        <a:pt x="2067525" y="604387"/>
                        <a:pt x="2048668" y="602101"/>
                        <a:pt x="2030378" y="599625"/>
                      </a:cubicBezTo>
                      <a:cubicBezTo>
                        <a:pt x="2013043" y="597529"/>
                        <a:pt x="1992279" y="602863"/>
                        <a:pt x="1978940" y="594863"/>
                      </a:cubicBezTo>
                      <a:cubicBezTo>
                        <a:pt x="1944649" y="574288"/>
                        <a:pt x="1909408" y="564192"/>
                        <a:pt x="1869780" y="564192"/>
                      </a:cubicBezTo>
                      <a:cubicBezTo>
                        <a:pt x="1854920" y="564192"/>
                        <a:pt x="1840441" y="555618"/>
                        <a:pt x="1825393" y="554094"/>
                      </a:cubicBezTo>
                      <a:cubicBezTo>
                        <a:pt x="1804816" y="552190"/>
                        <a:pt x="1781194" y="547045"/>
                        <a:pt x="1763287" y="554286"/>
                      </a:cubicBezTo>
                      <a:cubicBezTo>
                        <a:pt x="1721185" y="571430"/>
                        <a:pt x="1687086" y="557142"/>
                        <a:pt x="1650317" y="540187"/>
                      </a:cubicBezTo>
                      <a:cubicBezTo>
                        <a:pt x="1614120" y="523423"/>
                        <a:pt x="1576019" y="510088"/>
                        <a:pt x="1537537" y="499038"/>
                      </a:cubicBezTo>
                      <a:cubicBezTo>
                        <a:pt x="1523059" y="495038"/>
                        <a:pt x="1505724" y="501706"/>
                        <a:pt x="1489720" y="503038"/>
                      </a:cubicBezTo>
                      <a:cubicBezTo>
                        <a:pt x="1484004" y="503420"/>
                        <a:pt x="1477717" y="503992"/>
                        <a:pt x="1472575" y="502086"/>
                      </a:cubicBezTo>
                      <a:cubicBezTo>
                        <a:pt x="1422854" y="483797"/>
                        <a:pt x="1372368" y="469891"/>
                        <a:pt x="1318456" y="479415"/>
                      </a:cubicBezTo>
                      <a:cubicBezTo>
                        <a:pt x="1313504" y="480369"/>
                        <a:pt x="1307978" y="478273"/>
                        <a:pt x="1303024" y="476939"/>
                      </a:cubicBezTo>
                      <a:cubicBezTo>
                        <a:pt x="1278829" y="470081"/>
                        <a:pt x="1255206" y="459223"/>
                        <a:pt x="1230633" y="456746"/>
                      </a:cubicBezTo>
                      <a:cubicBezTo>
                        <a:pt x="1170051" y="450650"/>
                        <a:pt x="1109091" y="448172"/>
                        <a:pt x="1048125" y="444172"/>
                      </a:cubicBezTo>
                      <a:cubicBezTo>
                        <a:pt x="1044315" y="443982"/>
                        <a:pt x="1040315" y="443982"/>
                        <a:pt x="1036887" y="442648"/>
                      </a:cubicBezTo>
                      <a:cubicBezTo>
                        <a:pt x="1014406" y="434456"/>
                        <a:pt x="994785" y="437124"/>
                        <a:pt x="975733" y="452744"/>
                      </a:cubicBezTo>
                      <a:cubicBezTo>
                        <a:pt x="967350" y="459603"/>
                        <a:pt x="955920" y="463223"/>
                        <a:pt x="945444" y="467033"/>
                      </a:cubicBezTo>
                      <a:cubicBezTo>
                        <a:pt x="930011" y="472749"/>
                        <a:pt x="914200" y="478273"/>
                        <a:pt x="898198" y="481893"/>
                      </a:cubicBezTo>
                      <a:cubicBezTo>
                        <a:pt x="882384" y="485321"/>
                        <a:pt x="865430" y="490084"/>
                        <a:pt x="850189" y="487417"/>
                      </a:cubicBezTo>
                      <a:cubicBezTo>
                        <a:pt x="822756" y="482655"/>
                        <a:pt x="796655" y="471987"/>
                        <a:pt x="769605" y="464937"/>
                      </a:cubicBezTo>
                      <a:cubicBezTo>
                        <a:pt x="760270" y="462461"/>
                        <a:pt x="749982" y="462843"/>
                        <a:pt x="740268" y="462651"/>
                      </a:cubicBezTo>
                      <a:cubicBezTo>
                        <a:pt x="717977" y="462081"/>
                        <a:pt x="695116" y="467605"/>
                        <a:pt x="674923" y="451792"/>
                      </a:cubicBezTo>
                      <a:cubicBezTo>
                        <a:pt x="656255" y="436934"/>
                        <a:pt x="637392" y="441314"/>
                        <a:pt x="617772" y="452554"/>
                      </a:cubicBezTo>
                      <a:cubicBezTo>
                        <a:pt x="603673" y="460557"/>
                        <a:pt x="587672" y="466843"/>
                        <a:pt x="571860" y="469891"/>
                      </a:cubicBezTo>
                      <a:cubicBezTo>
                        <a:pt x="550141" y="474081"/>
                        <a:pt x="528615" y="475797"/>
                        <a:pt x="505182" y="473319"/>
                      </a:cubicBezTo>
                      <a:cubicBezTo>
                        <a:pt x="488607" y="471605"/>
                        <a:pt x="475081" y="470843"/>
                        <a:pt x="462126" y="460747"/>
                      </a:cubicBezTo>
                      <a:cubicBezTo>
                        <a:pt x="460032" y="459223"/>
                        <a:pt x="456222" y="458841"/>
                        <a:pt x="453364" y="459033"/>
                      </a:cubicBezTo>
                      <a:cubicBezTo>
                        <a:pt x="415835" y="462271"/>
                        <a:pt x="378686" y="460557"/>
                        <a:pt x="340774" y="458268"/>
                      </a:cubicBezTo>
                      <a:cubicBezTo>
                        <a:pt x="292579" y="455222"/>
                        <a:pt x="241901" y="464175"/>
                        <a:pt x="200182" y="496180"/>
                      </a:cubicBezTo>
                      <a:cubicBezTo>
                        <a:pt x="194085" y="500944"/>
                        <a:pt x="184941" y="503038"/>
                        <a:pt x="176939" y="504182"/>
                      </a:cubicBezTo>
                      <a:cubicBezTo>
                        <a:pt x="139219" y="509134"/>
                        <a:pt x="101308" y="512564"/>
                        <a:pt x="63587" y="518088"/>
                      </a:cubicBezTo>
                      <a:cubicBezTo>
                        <a:pt x="43012" y="521137"/>
                        <a:pt x="21486" y="523805"/>
                        <a:pt x="2817" y="532187"/>
                      </a:cubicBezTo>
                      <a:lnTo>
                        <a:pt x="0" y="533314"/>
                      </a:lnTo>
                      <a:close/>
                    </a:path>
                  </a:pathLst>
                </a:custGeom>
                <a:grp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088" y="1641752"/>
            <a:ext cx="2655887" cy="32132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 b="1" kern="1200" dirty="0">
                <a:latin typeface="+mj-lt"/>
                <a:ea typeface="+mj-ea"/>
                <a:cs typeface="+mj-cs"/>
              </a:rPr>
              <a:t>Solutions Implemented</a:t>
            </a:r>
            <a:endParaRPr lang="en-US" sz="3400" b="1" kern="1200" dirty="0">
              <a:latin typeface="+mj-lt"/>
              <a:cs typeface="Calibri Ligh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2401" y="1721579"/>
            <a:ext cx="6140449" cy="3952648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 Used modern CSS techniques for responsiveness.</a:t>
            </a:r>
          </a:p>
          <a:p>
            <a:pPr marL="0"/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 Applied debugging tools to resolve JavaScript errors.</a:t>
            </a:r>
          </a:p>
          <a:p>
            <a:pPr marL="0"/>
            <a:r>
              <a:rPr lang="en-US" sz="2400">
                <a:solidFill>
                  <a:schemeClr val="tx1">
                    <a:alpha val="80000"/>
                  </a:schemeClr>
                </a:solidFill>
              </a:rPr>
              <a:t> Optimized the website for better load times.</a:t>
            </a:r>
          </a:p>
        </p:txBody>
      </p:sp>
    </p:spTree>
    <p:extLst>
      <p:ext uri="{BB962C8B-B14F-4D97-AF65-F5344CB8AC3E}">
        <p14:creationId xmlns:p14="http://schemas.microsoft.com/office/powerpoint/2010/main" val="3936247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6D09588-9668-4D38-8AD4-C27CF2B2D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498512"/>
            <a:ext cx="8740774" cy="132343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 dirty="0">
                <a:latin typeface="+mj-lt"/>
                <a:ea typeface="+mj-ea"/>
                <a:cs typeface="+mj-cs"/>
              </a:rPr>
              <a:t>Team Collaboration</a:t>
            </a:r>
            <a:endParaRPr lang="en-US" sz="4000" b="1" kern="1200" dirty="0">
              <a:latin typeface="+mj-lt"/>
              <a:cs typeface="Calibri Ligh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3003160"/>
            <a:ext cx="8740775" cy="24543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 Effective communication via regular meetings.</a:t>
            </a:r>
          </a:p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 Task allocation based on individual strengths.</a:t>
            </a:r>
            <a:endParaRPr lang="en-US" sz="2400" dirty="0">
              <a:solidFill>
                <a:schemeClr val="tx1">
                  <a:alpha val="80000"/>
                </a:schemeClr>
              </a:solidFill>
              <a:cs typeface="Calibri"/>
            </a:endParaRPr>
          </a:p>
          <a:p>
            <a:r>
              <a:rPr lang="en-US" sz="2400" dirty="0">
                <a:solidFill>
                  <a:schemeClr val="tx1">
                    <a:alpha val="80000"/>
                  </a:schemeClr>
                </a:solidFill>
              </a:rPr>
              <a:t> Version control using Git for smooth collaboration.</a:t>
            </a:r>
            <a:endParaRPr lang="en-US" sz="2400" dirty="0">
              <a:solidFill>
                <a:schemeClr val="tx1">
                  <a:alpha val="80000"/>
                </a:schemeClr>
              </a:solidFill>
              <a:cs typeface="Calibri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5A28492-272D-4814-AE2C-61575C989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10455568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F778866-9933-4309-8E11-F83DDDBB1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D21D106-ABCB-4A50-84B3-D35C3B2B6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65E4ED97-1207-4104-A25F-8791916BF2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024CB190-EFCD-4B40-9CDD-E3C0EB4B3C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619633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DD9A1B-23F2-4443-B0D4-00FF72D27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5A69CBB-DA63-440A-B853-88D42A6FE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660" y="873720"/>
            <a:ext cx="10534650" cy="4962109"/>
          </a:xfrm>
          <a:custGeom>
            <a:avLst/>
            <a:gdLst>
              <a:gd name="connsiteX0" fmla="*/ 6180200 w 10534650"/>
              <a:gd name="connsiteY0" fmla="*/ 4801197 h 4962109"/>
              <a:gd name="connsiteX1" fmla="*/ 6147637 w 10534650"/>
              <a:gd name="connsiteY1" fmla="*/ 4805291 h 4962109"/>
              <a:gd name="connsiteX2" fmla="*/ 6164640 w 10534650"/>
              <a:gd name="connsiteY2" fmla="*/ 4804893 h 4962109"/>
              <a:gd name="connsiteX3" fmla="*/ 6180200 w 10534650"/>
              <a:gd name="connsiteY3" fmla="*/ 4801197 h 4962109"/>
              <a:gd name="connsiteX4" fmla="*/ 5969537 w 10534650"/>
              <a:gd name="connsiteY4" fmla="*/ 4731750 h 4962109"/>
              <a:gd name="connsiteX5" fmla="*/ 5980870 w 10534650"/>
              <a:gd name="connsiteY5" fmla="*/ 4743324 h 4962109"/>
              <a:gd name="connsiteX6" fmla="*/ 5980870 w 10534650"/>
              <a:gd name="connsiteY6" fmla="*/ 4743323 h 4962109"/>
              <a:gd name="connsiteX7" fmla="*/ 6712815 w 10534650"/>
              <a:gd name="connsiteY7" fmla="*/ 4676908 h 4962109"/>
              <a:gd name="connsiteX8" fmla="*/ 6712815 w 10534650"/>
              <a:gd name="connsiteY8" fmla="*/ 4676909 h 4962109"/>
              <a:gd name="connsiteX9" fmla="*/ 6734605 w 10534650"/>
              <a:gd name="connsiteY9" fmla="*/ 4700281 h 4962109"/>
              <a:gd name="connsiteX10" fmla="*/ 6712815 w 10534650"/>
              <a:gd name="connsiteY10" fmla="*/ 4676908 h 4962109"/>
              <a:gd name="connsiteX11" fmla="*/ 5236566 w 10534650"/>
              <a:gd name="connsiteY11" fmla="*/ 4571169 h 4962109"/>
              <a:gd name="connsiteX12" fmla="*/ 5264294 w 10534650"/>
              <a:gd name="connsiteY12" fmla="*/ 4579674 h 4962109"/>
              <a:gd name="connsiteX13" fmla="*/ 5280204 w 10534650"/>
              <a:gd name="connsiteY13" fmla="*/ 4586908 h 4962109"/>
              <a:gd name="connsiteX14" fmla="*/ 5280336 w 10534650"/>
              <a:gd name="connsiteY14" fmla="*/ 4586967 h 4962109"/>
              <a:gd name="connsiteX15" fmla="*/ 5294396 w 10534650"/>
              <a:gd name="connsiteY15" fmla="*/ 4593609 h 4962109"/>
              <a:gd name="connsiteX16" fmla="*/ 5296104 w 10534650"/>
              <a:gd name="connsiteY16" fmla="*/ 4594130 h 4962109"/>
              <a:gd name="connsiteX17" fmla="*/ 5301566 w 10534650"/>
              <a:gd name="connsiteY17" fmla="*/ 4596610 h 4962109"/>
              <a:gd name="connsiteX18" fmla="*/ 5323749 w 10534650"/>
              <a:gd name="connsiteY18" fmla="*/ 4602562 h 4962109"/>
              <a:gd name="connsiteX19" fmla="*/ 5296104 w 10534650"/>
              <a:gd name="connsiteY19" fmla="*/ 4594130 h 4962109"/>
              <a:gd name="connsiteX20" fmla="*/ 5280336 w 10534650"/>
              <a:gd name="connsiteY20" fmla="*/ 4586967 h 4962109"/>
              <a:gd name="connsiteX21" fmla="*/ 5266003 w 10534650"/>
              <a:gd name="connsiteY21" fmla="*/ 4580197 h 4962109"/>
              <a:gd name="connsiteX22" fmla="*/ 5264294 w 10534650"/>
              <a:gd name="connsiteY22" fmla="*/ 4579674 h 4962109"/>
              <a:gd name="connsiteX23" fmla="*/ 5258823 w 10534650"/>
              <a:gd name="connsiteY23" fmla="*/ 4577184 h 4962109"/>
              <a:gd name="connsiteX24" fmla="*/ 5236566 w 10534650"/>
              <a:gd name="connsiteY24" fmla="*/ 4571169 h 4962109"/>
              <a:gd name="connsiteX25" fmla="*/ 5514391 w 10534650"/>
              <a:gd name="connsiteY25" fmla="*/ 4562409 h 4962109"/>
              <a:gd name="connsiteX26" fmla="*/ 5571581 w 10534650"/>
              <a:gd name="connsiteY26" fmla="*/ 4569638 h 4962109"/>
              <a:gd name="connsiteX27" fmla="*/ 5542458 w 10534650"/>
              <a:gd name="connsiteY27" fmla="*/ 4562909 h 4962109"/>
              <a:gd name="connsiteX28" fmla="*/ 5514391 w 10534650"/>
              <a:gd name="connsiteY28" fmla="*/ 4562409 h 4962109"/>
              <a:gd name="connsiteX29" fmla="*/ 3097094 w 10534650"/>
              <a:gd name="connsiteY29" fmla="*/ 4429045 h 4962109"/>
              <a:gd name="connsiteX30" fmla="*/ 3088347 w 10534650"/>
              <a:gd name="connsiteY30" fmla="*/ 4439791 h 4962109"/>
              <a:gd name="connsiteX31" fmla="*/ 3072652 w 10534650"/>
              <a:gd name="connsiteY31" fmla="*/ 4457084 h 4962109"/>
              <a:gd name="connsiteX32" fmla="*/ 3053825 w 10534650"/>
              <a:gd name="connsiteY32" fmla="*/ 4465207 h 4962109"/>
              <a:gd name="connsiteX33" fmla="*/ 3088348 w 10534650"/>
              <a:gd name="connsiteY33" fmla="*/ 4439791 h 4962109"/>
              <a:gd name="connsiteX34" fmla="*/ 4090071 w 10534650"/>
              <a:gd name="connsiteY34" fmla="*/ 4402823 h 4962109"/>
              <a:gd name="connsiteX35" fmla="*/ 4105672 w 10534650"/>
              <a:gd name="connsiteY35" fmla="*/ 4404644 h 4962109"/>
              <a:gd name="connsiteX36" fmla="*/ 4121173 w 10534650"/>
              <a:gd name="connsiteY36" fmla="*/ 4414076 h 4962109"/>
              <a:gd name="connsiteX37" fmla="*/ 4105673 w 10534650"/>
              <a:gd name="connsiteY37" fmla="*/ 4404644 h 4962109"/>
              <a:gd name="connsiteX38" fmla="*/ 4105672 w 10534650"/>
              <a:gd name="connsiteY38" fmla="*/ 4404644 h 4962109"/>
              <a:gd name="connsiteX39" fmla="*/ 4105672 w 10534650"/>
              <a:gd name="connsiteY39" fmla="*/ 4404644 h 4962109"/>
              <a:gd name="connsiteX40" fmla="*/ 4090071 w 10534650"/>
              <a:gd name="connsiteY40" fmla="*/ 4402823 h 4962109"/>
              <a:gd name="connsiteX41" fmla="*/ 3874703 w 10534650"/>
              <a:gd name="connsiteY41" fmla="*/ 4390456 h 4962109"/>
              <a:gd name="connsiteX42" fmla="*/ 3921126 w 10534650"/>
              <a:gd name="connsiteY42" fmla="*/ 4417222 h 4962109"/>
              <a:gd name="connsiteX43" fmla="*/ 3896594 w 10534650"/>
              <a:gd name="connsiteY43" fmla="*/ 4409211 h 4962109"/>
              <a:gd name="connsiteX44" fmla="*/ 3874703 w 10534650"/>
              <a:gd name="connsiteY44" fmla="*/ 4390456 h 4962109"/>
              <a:gd name="connsiteX45" fmla="*/ 7873706 w 10534650"/>
              <a:gd name="connsiteY45" fmla="*/ 4301238 h 4962109"/>
              <a:gd name="connsiteX46" fmla="*/ 7892206 w 10534650"/>
              <a:gd name="connsiteY46" fmla="*/ 4317039 h 4962109"/>
              <a:gd name="connsiteX47" fmla="*/ 7899880 w 10534650"/>
              <a:gd name="connsiteY47" fmla="*/ 4320773 h 4962109"/>
              <a:gd name="connsiteX48" fmla="*/ 7892205 w 10534650"/>
              <a:gd name="connsiteY48" fmla="*/ 4317038 h 4962109"/>
              <a:gd name="connsiteX49" fmla="*/ 7873706 w 10534650"/>
              <a:gd name="connsiteY49" fmla="*/ 4301238 h 4962109"/>
              <a:gd name="connsiteX50" fmla="*/ 1456506 w 10534650"/>
              <a:gd name="connsiteY50" fmla="*/ 3863438 h 4962109"/>
              <a:gd name="connsiteX51" fmla="*/ 1442667 w 10534650"/>
              <a:gd name="connsiteY51" fmla="*/ 3867764 h 4962109"/>
              <a:gd name="connsiteX52" fmla="*/ 1397372 w 10534650"/>
              <a:gd name="connsiteY52" fmla="*/ 3890362 h 4962109"/>
              <a:gd name="connsiteX53" fmla="*/ 1442668 w 10534650"/>
              <a:gd name="connsiteY53" fmla="*/ 3867764 h 4962109"/>
              <a:gd name="connsiteX54" fmla="*/ 1071905 w 10534650"/>
              <a:gd name="connsiteY54" fmla="*/ 3816123 h 4962109"/>
              <a:gd name="connsiteX55" fmla="*/ 1062478 w 10534650"/>
              <a:gd name="connsiteY55" fmla="*/ 3818725 h 4962109"/>
              <a:gd name="connsiteX56" fmla="*/ 1022563 w 10534650"/>
              <a:gd name="connsiteY56" fmla="*/ 3825445 h 4962109"/>
              <a:gd name="connsiteX57" fmla="*/ 1062480 w 10534650"/>
              <a:gd name="connsiteY57" fmla="*/ 3818725 h 4962109"/>
              <a:gd name="connsiteX58" fmla="*/ 1209869 w 10534650"/>
              <a:gd name="connsiteY58" fmla="*/ 3815014 h 4962109"/>
              <a:gd name="connsiteX59" fmla="*/ 1257364 w 10534650"/>
              <a:gd name="connsiteY59" fmla="*/ 3832567 h 4962109"/>
              <a:gd name="connsiteX60" fmla="*/ 1209869 w 10534650"/>
              <a:gd name="connsiteY60" fmla="*/ 3815014 h 4962109"/>
              <a:gd name="connsiteX61" fmla="*/ 0 w 10534650"/>
              <a:gd name="connsiteY61" fmla="*/ 0 h 4962109"/>
              <a:gd name="connsiteX62" fmla="*/ 10534650 w 10534650"/>
              <a:gd name="connsiteY62" fmla="*/ 0 h 4962109"/>
              <a:gd name="connsiteX63" fmla="*/ 10534650 w 10534650"/>
              <a:gd name="connsiteY63" fmla="*/ 3353931 h 4962109"/>
              <a:gd name="connsiteX64" fmla="*/ 10495227 w 10534650"/>
              <a:gd name="connsiteY64" fmla="*/ 3401247 h 4962109"/>
              <a:gd name="connsiteX65" fmla="*/ 10463118 w 10534650"/>
              <a:gd name="connsiteY65" fmla="*/ 3434133 h 4962109"/>
              <a:gd name="connsiteX66" fmla="*/ 10378879 w 10534650"/>
              <a:gd name="connsiteY66" fmla="*/ 3472380 h 4962109"/>
              <a:gd name="connsiteX67" fmla="*/ 10304799 w 10534650"/>
              <a:gd name="connsiteY67" fmla="*/ 3500370 h 4962109"/>
              <a:gd name="connsiteX68" fmla="*/ 10250242 w 10534650"/>
              <a:gd name="connsiteY68" fmla="*/ 3533216 h 4962109"/>
              <a:gd name="connsiteX69" fmla="*/ 10204013 w 10534650"/>
              <a:gd name="connsiteY69" fmla="*/ 3563655 h 4962109"/>
              <a:gd name="connsiteX70" fmla="*/ 10098588 w 10534650"/>
              <a:gd name="connsiteY70" fmla="*/ 3643324 h 4962109"/>
              <a:gd name="connsiteX71" fmla="*/ 9983369 w 10534650"/>
              <a:gd name="connsiteY71" fmla="*/ 3708784 h 4962109"/>
              <a:gd name="connsiteX72" fmla="*/ 9888637 w 10534650"/>
              <a:gd name="connsiteY72" fmla="*/ 3792146 h 4962109"/>
              <a:gd name="connsiteX73" fmla="*/ 9848780 w 10534650"/>
              <a:gd name="connsiteY73" fmla="*/ 3838049 h 4962109"/>
              <a:gd name="connsiteX74" fmla="*/ 9769701 w 10534650"/>
              <a:gd name="connsiteY74" fmla="*/ 3865885 h 4962109"/>
              <a:gd name="connsiteX75" fmla="*/ 9682888 w 10534650"/>
              <a:gd name="connsiteY75" fmla="*/ 3911938 h 4962109"/>
              <a:gd name="connsiteX76" fmla="*/ 9620297 w 10534650"/>
              <a:gd name="connsiteY76" fmla="*/ 3959262 h 4962109"/>
              <a:gd name="connsiteX77" fmla="*/ 9572344 w 10534650"/>
              <a:gd name="connsiteY77" fmla="*/ 3990515 h 4962109"/>
              <a:gd name="connsiteX78" fmla="*/ 9505537 w 10534650"/>
              <a:gd name="connsiteY78" fmla="*/ 4020672 h 4962109"/>
              <a:gd name="connsiteX79" fmla="*/ 9437819 w 10534650"/>
              <a:gd name="connsiteY79" fmla="*/ 4061525 h 4962109"/>
              <a:gd name="connsiteX80" fmla="*/ 9404527 w 10534650"/>
              <a:gd name="connsiteY80" fmla="*/ 4087281 h 4962109"/>
              <a:gd name="connsiteX81" fmla="*/ 9340611 w 10534650"/>
              <a:gd name="connsiteY81" fmla="*/ 4129506 h 4962109"/>
              <a:gd name="connsiteX82" fmla="*/ 9275062 w 10534650"/>
              <a:gd name="connsiteY82" fmla="*/ 4168468 h 4962109"/>
              <a:gd name="connsiteX83" fmla="*/ 9154049 w 10534650"/>
              <a:gd name="connsiteY83" fmla="*/ 4209968 h 4962109"/>
              <a:gd name="connsiteX84" fmla="*/ 9041981 w 10534650"/>
              <a:gd name="connsiteY84" fmla="*/ 4275454 h 4962109"/>
              <a:gd name="connsiteX85" fmla="*/ 8953407 w 10534650"/>
              <a:gd name="connsiteY85" fmla="*/ 4322870 h 4962109"/>
              <a:gd name="connsiteX86" fmla="*/ 8901537 w 10534650"/>
              <a:gd name="connsiteY86" fmla="*/ 4354413 h 4962109"/>
              <a:gd name="connsiteX87" fmla="*/ 8805370 w 10534650"/>
              <a:gd name="connsiteY87" fmla="*/ 4426175 h 4962109"/>
              <a:gd name="connsiteX88" fmla="*/ 8658874 w 10534650"/>
              <a:gd name="connsiteY88" fmla="*/ 4498599 h 4962109"/>
              <a:gd name="connsiteX89" fmla="*/ 8570718 w 10534650"/>
              <a:gd name="connsiteY89" fmla="*/ 4537136 h 4962109"/>
              <a:gd name="connsiteX90" fmla="*/ 8382959 w 10534650"/>
              <a:gd name="connsiteY90" fmla="*/ 4591539 h 4962109"/>
              <a:gd name="connsiteX91" fmla="*/ 8322237 w 10534650"/>
              <a:gd name="connsiteY91" fmla="*/ 4611347 h 4962109"/>
              <a:gd name="connsiteX92" fmla="*/ 8253574 w 10534650"/>
              <a:gd name="connsiteY92" fmla="*/ 4622451 h 4962109"/>
              <a:gd name="connsiteX93" fmla="*/ 8142452 w 10534650"/>
              <a:gd name="connsiteY93" fmla="*/ 4652191 h 4962109"/>
              <a:gd name="connsiteX94" fmla="*/ 7926082 w 10534650"/>
              <a:gd name="connsiteY94" fmla="*/ 4701680 h 4962109"/>
              <a:gd name="connsiteX95" fmla="*/ 7878875 w 10534650"/>
              <a:gd name="connsiteY95" fmla="*/ 4708305 h 4962109"/>
              <a:gd name="connsiteX96" fmla="*/ 7757501 w 10534650"/>
              <a:gd name="connsiteY96" fmla="*/ 4741432 h 4962109"/>
              <a:gd name="connsiteX97" fmla="*/ 7684511 w 10534650"/>
              <a:gd name="connsiteY97" fmla="*/ 4764301 h 4962109"/>
              <a:gd name="connsiteX98" fmla="*/ 7624515 w 10534650"/>
              <a:gd name="connsiteY98" fmla="*/ 4776179 h 4962109"/>
              <a:gd name="connsiteX99" fmla="*/ 7571930 w 10534650"/>
              <a:gd name="connsiteY99" fmla="*/ 4780027 h 4962109"/>
              <a:gd name="connsiteX100" fmla="*/ 7432402 w 10534650"/>
              <a:gd name="connsiteY100" fmla="*/ 4807278 h 4962109"/>
              <a:gd name="connsiteX101" fmla="*/ 7376754 w 10534650"/>
              <a:gd name="connsiteY101" fmla="*/ 4817968 h 4962109"/>
              <a:gd name="connsiteX102" fmla="*/ 7231546 w 10534650"/>
              <a:gd name="connsiteY102" fmla="*/ 4857825 h 4962109"/>
              <a:gd name="connsiteX103" fmla="*/ 7109089 w 10534650"/>
              <a:gd name="connsiteY103" fmla="*/ 4882341 h 4962109"/>
              <a:gd name="connsiteX104" fmla="*/ 7057788 w 10534650"/>
              <a:gd name="connsiteY104" fmla="*/ 4894624 h 4962109"/>
              <a:gd name="connsiteX105" fmla="*/ 6941125 w 10534650"/>
              <a:gd name="connsiteY105" fmla="*/ 4913041 h 4962109"/>
              <a:gd name="connsiteX106" fmla="*/ 6874857 w 10534650"/>
              <a:gd name="connsiteY106" fmla="*/ 4927091 h 4962109"/>
              <a:gd name="connsiteX107" fmla="*/ 6714789 w 10534650"/>
              <a:gd name="connsiteY107" fmla="*/ 4937175 h 4962109"/>
              <a:gd name="connsiteX108" fmla="*/ 6549597 w 10534650"/>
              <a:gd name="connsiteY108" fmla="*/ 4946170 h 4962109"/>
              <a:gd name="connsiteX109" fmla="*/ 6459201 w 10534650"/>
              <a:gd name="connsiteY109" fmla="*/ 4946704 h 4962109"/>
              <a:gd name="connsiteX110" fmla="*/ 6379993 w 10534650"/>
              <a:gd name="connsiteY110" fmla="*/ 4951898 h 4962109"/>
              <a:gd name="connsiteX111" fmla="*/ 6311205 w 10534650"/>
              <a:gd name="connsiteY111" fmla="*/ 4953901 h 4962109"/>
              <a:gd name="connsiteX112" fmla="*/ 6201505 w 10534650"/>
              <a:gd name="connsiteY112" fmla="*/ 4959986 h 4962109"/>
              <a:gd name="connsiteX113" fmla="*/ 6156018 w 10534650"/>
              <a:gd name="connsiteY113" fmla="*/ 4960421 h 4962109"/>
              <a:gd name="connsiteX114" fmla="*/ 6049276 w 10534650"/>
              <a:gd name="connsiteY114" fmla="*/ 4952977 h 4962109"/>
              <a:gd name="connsiteX115" fmla="*/ 6012280 w 10534650"/>
              <a:gd name="connsiteY115" fmla="*/ 4948608 h 4962109"/>
              <a:gd name="connsiteX116" fmla="*/ 5942361 w 10534650"/>
              <a:gd name="connsiteY116" fmla="*/ 4920847 h 4962109"/>
              <a:gd name="connsiteX117" fmla="*/ 5933980 w 10534650"/>
              <a:gd name="connsiteY117" fmla="*/ 4918608 h 4962109"/>
              <a:gd name="connsiteX118" fmla="*/ 5887681 w 10534650"/>
              <a:gd name="connsiteY118" fmla="*/ 4906368 h 4962109"/>
              <a:gd name="connsiteX119" fmla="*/ 5862209 w 10534650"/>
              <a:gd name="connsiteY119" fmla="*/ 4901667 h 4962109"/>
              <a:gd name="connsiteX120" fmla="*/ 5765973 w 10534650"/>
              <a:gd name="connsiteY120" fmla="*/ 4876200 h 4962109"/>
              <a:gd name="connsiteX121" fmla="*/ 5710431 w 10534650"/>
              <a:gd name="connsiteY121" fmla="*/ 4863519 h 4962109"/>
              <a:gd name="connsiteX122" fmla="*/ 5664908 w 10534650"/>
              <a:gd name="connsiteY122" fmla="*/ 4861723 h 4962109"/>
              <a:gd name="connsiteX123" fmla="*/ 5585007 w 10534650"/>
              <a:gd name="connsiteY123" fmla="*/ 4857960 h 4962109"/>
              <a:gd name="connsiteX124" fmla="*/ 5559231 w 10534650"/>
              <a:gd name="connsiteY124" fmla="*/ 4860477 h 4962109"/>
              <a:gd name="connsiteX125" fmla="*/ 5444811 w 10534650"/>
              <a:gd name="connsiteY125" fmla="*/ 4840451 h 4962109"/>
              <a:gd name="connsiteX126" fmla="*/ 5379124 w 10534650"/>
              <a:gd name="connsiteY126" fmla="*/ 4835057 h 4962109"/>
              <a:gd name="connsiteX127" fmla="*/ 5306093 w 10534650"/>
              <a:gd name="connsiteY127" fmla="*/ 4814877 h 4962109"/>
              <a:gd name="connsiteX128" fmla="*/ 5284433 w 10534650"/>
              <a:gd name="connsiteY128" fmla="*/ 4814147 h 4962109"/>
              <a:gd name="connsiteX129" fmla="*/ 5260152 w 10534650"/>
              <a:gd name="connsiteY129" fmla="*/ 4813796 h 4962109"/>
              <a:gd name="connsiteX130" fmla="*/ 5185829 w 10534650"/>
              <a:gd name="connsiteY130" fmla="*/ 4809858 h 4962109"/>
              <a:gd name="connsiteX131" fmla="*/ 5140387 w 10534650"/>
              <a:gd name="connsiteY131" fmla="*/ 4812334 h 4962109"/>
              <a:gd name="connsiteX132" fmla="*/ 5054734 w 10534650"/>
              <a:gd name="connsiteY132" fmla="*/ 4803174 h 4962109"/>
              <a:gd name="connsiteX133" fmla="*/ 5022638 w 10534650"/>
              <a:gd name="connsiteY133" fmla="*/ 4805814 h 4962109"/>
              <a:gd name="connsiteX134" fmla="*/ 4942261 w 10534650"/>
              <a:gd name="connsiteY134" fmla="*/ 4800907 h 4962109"/>
              <a:gd name="connsiteX135" fmla="*/ 4870420 w 10534650"/>
              <a:gd name="connsiteY135" fmla="*/ 4793240 h 4962109"/>
              <a:gd name="connsiteX136" fmla="*/ 4800874 w 10534650"/>
              <a:gd name="connsiteY136" fmla="*/ 4789997 h 4962109"/>
              <a:gd name="connsiteX137" fmla="*/ 4750778 w 10534650"/>
              <a:gd name="connsiteY137" fmla="*/ 4792713 h 4962109"/>
              <a:gd name="connsiteX138" fmla="*/ 4696598 w 10534650"/>
              <a:gd name="connsiteY138" fmla="*/ 4792741 h 4962109"/>
              <a:gd name="connsiteX139" fmla="*/ 4546427 w 10534650"/>
              <a:gd name="connsiteY139" fmla="*/ 4804612 h 4962109"/>
              <a:gd name="connsiteX140" fmla="*/ 4519273 w 10534650"/>
              <a:gd name="connsiteY140" fmla="*/ 4797386 h 4962109"/>
              <a:gd name="connsiteX141" fmla="*/ 4363361 w 10534650"/>
              <a:gd name="connsiteY141" fmla="*/ 4781778 h 4962109"/>
              <a:gd name="connsiteX142" fmla="*/ 4329354 w 10534650"/>
              <a:gd name="connsiteY142" fmla="*/ 4779838 h 4962109"/>
              <a:gd name="connsiteX143" fmla="*/ 4239595 w 10534650"/>
              <a:gd name="connsiteY143" fmla="*/ 4751840 h 4962109"/>
              <a:gd name="connsiteX144" fmla="*/ 4096514 w 10534650"/>
              <a:gd name="connsiteY144" fmla="*/ 4776811 h 4962109"/>
              <a:gd name="connsiteX145" fmla="*/ 3961888 w 10534650"/>
              <a:gd name="connsiteY145" fmla="*/ 4811077 h 4962109"/>
              <a:gd name="connsiteX146" fmla="*/ 3944891 w 10534650"/>
              <a:gd name="connsiteY146" fmla="*/ 4815486 h 4962109"/>
              <a:gd name="connsiteX147" fmla="*/ 3896970 w 10534650"/>
              <a:gd name="connsiteY147" fmla="*/ 4821693 h 4962109"/>
              <a:gd name="connsiteX148" fmla="*/ 3838196 w 10534650"/>
              <a:gd name="connsiteY148" fmla="*/ 4821037 h 4962109"/>
              <a:gd name="connsiteX149" fmla="*/ 3800670 w 10534650"/>
              <a:gd name="connsiteY149" fmla="*/ 4823403 h 4962109"/>
              <a:gd name="connsiteX150" fmla="*/ 3797857 w 10534650"/>
              <a:gd name="connsiteY150" fmla="*/ 4823456 h 4962109"/>
              <a:gd name="connsiteX151" fmla="*/ 3740361 w 10534650"/>
              <a:gd name="connsiteY151" fmla="*/ 4819547 h 4962109"/>
              <a:gd name="connsiteX152" fmla="*/ 3733853 w 10534650"/>
              <a:gd name="connsiteY152" fmla="*/ 4818257 h 4962109"/>
              <a:gd name="connsiteX153" fmla="*/ 3704618 w 10534650"/>
              <a:gd name="connsiteY153" fmla="*/ 4809915 h 4962109"/>
              <a:gd name="connsiteX154" fmla="*/ 3622533 w 10534650"/>
              <a:gd name="connsiteY154" fmla="*/ 4789121 h 4962109"/>
              <a:gd name="connsiteX155" fmla="*/ 3545207 w 10534650"/>
              <a:gd name="connsiteY155" fmla="*/ 4769391 h 4962109"/>
              <a:gd name="connsiteX156" fmla="*/ 3519303 w 10534650"/>
              <a:gd name="connsiteY156" fmla="*/ 4784698 h 4962109"/>
              <a:gd name="connsiteX157" fmla="*/ 3480065 w 10534650"/>
              <a:gd name="connsiteY157" fmla="*/ 4796876 h 4962109"/>
              <a:gd name="connsiteX158" fmla="*/ 3438793 w 10534650"/>
              <a:gd name="connsiteY158" fmla="*/ 4776257 h 4962109"/>
              <a:gd name="connsiteX159" fmla="*/ 3341926 w 10534650"/>
              <a:gd name="connsiteY159" fmla="*/ 4732751 h 4962109"/>
              <a:gd name="connsiteX160" fmla="*/ 3279243 w 10534650"/>
              <a:gd name="connsiteY160" fmla="*/ 4726817 h 4962109"/>
              <a:gd name="connsiteX161" fmla="*/ 3143823 w 10534650"/>
              <a:gd name="connsiteY161" fmla="*/ 4701842 h 4962109"/>
              <a:gd name="connsiteX162" fmla="*/ 3056138 w 10534650"/>
              <a:gd name="connsiteY162" fmla="*/ 4673429 h 4962109"/>
              <a:gd name="connsiteX163" fmla="*/ 2993770 w 10534650"/>
              <a:gd name="connsiteY163" fmla="*/ 4643771 h 4962109"/>
              <a:gd name="connsiteX164" fmla="*/ 2904225 w 10534650"/>
              <a:gd name="connsiteY164" fmla="*/ 4604470 h 4962109"/>
              <a:gd name="connsiteX165" fmla="*/ 2813231 w 10534650"/>
              <a:gd name="connsiteY165" fmla="*/ 4581028 h 4962109"/>
              <a:gd name="connsiteX166" fmla="*/ 2748028 w 10534650"/>
              <a:gd name="connsiteY166" fmla="*/ 4554886 h 4962109"/>
              <a:gd name="connsiteX167" fmla="*/ 2667581 w 10534650"/>
              <a:gd name="connsiteY167" fmla="*/ 4534574 h 4962109"/>
              <a:gd name="connsiteX168" fmla="*/ 2599283 w 10534650"/>
              <a:gd name="connsiteY168" fmla="*/ 4529376 h 4962109"/>
              <a:gd name="connsiteX169" fmla="*/ 2491986 w 10534650"/>
              <a:gd name="connsiteY169" fmla="*/ 4524678 h 4962109"/>
              <a:gd name="connsiteX170" fmla="*/ 2363895 w 10534650"/>
              <a:gd name="connsiteY170" fmla="*/ 4471069 h 4962109"/>
              <a:gd name="connsiteX171" fmla="*/ 2311566 w 10534650"/>
              <a:gd name="connsiteY171" fmla="*/ 4457491 h 4962109"/>
              <a:gd name="connsiteX172" fmla="*/ 2262011 w 10534650"/>
              <a:gd name="connsiteY172" fmla="*/ 4449484 h 4962109"/>
              <a:gd name="connsiteX173" fmla="*/ 2158206 w 10534650"/>
              <a:gd name="connsiteY173" fmla="*/ 4412555 h 4962109"/>
              <a:gd name="connsiteX174" fmla="*/ 2115838 w 10534650"/>
              <a:gd name="connsiteY174" fmla="*/ 4399840 h 4962109"/>
              <a:gd name="connsiteX175" fmla="*/ 2055614 w 10534650"/>
              <a:gd name="connsiteY175" fmla="*/ 4395932 h 4962109"/>
              <a:gd name="connsiteX176" fmla="*/ 1947021 w 10534650"/>
              <a:gd name="connsiteY176" fmla="*/ 4374820 h 4962109"/>
              <a:gd name="connsiteX177" fmla="*/ 1840396 w 10534650"/>
              <a:gd name="connsiteY177" fmla="*/ 4327492 h 4962109"/>
              <a:gd name="connsiteX178" fmla="*/ 1793775 w 10534650"/>
              <a:gd name="connsiteY178" fmla="*/ 4328221 h 4962109"/>
              <a:gd name="connsiteX179" fmla="*/ 1777216 w 10534650"/>
              <a:gd name="connsiteY179" fmla="*/ 4326168 h 4962109"/>
              <a:gd name="connsiteX180" fmla="*/ 1629295 w 10534650"/>
              <a:gd name="connsiteY180" fmla="*/ 4294032 h 4962109"/>
              <a:gd name="connsiteX181" fmla="*/ 1614496 w 10534650"/>
              <a:gd name="connsiteY181" fmla="*/ 4290614 h 4962109"/>
              <a:gd name="connsiteX182" fmla="*/ 1545646 w 10534650"/>
              <a:gd name="connsiteY182" fmla="*/ 4266265 h 4962109"/>
              <a:gd name="connsiteX183" fmla="*/ 1369537 w 10534650"/>
              <a:gd name="connsiteY183" fmla="*/ 4242047 h 4962109"/>
              <a:gd name="connsiteX184" fmla="*/ 1358743 w 10534650"/>
              <a:gd name="connsiteY184" fmla="*/ 4239828 h 4962109"/>
              <a:gd name="connsiteX185" fmla="*/ 1298789 w 10534650"/>
              <a:gd name="connsiteY185" fmla="*/ 4245587 h 4962109"/>
              <a:gd name="connsiteX186" fmla="*/ 1268483 w 10534650"/>
              <a:gd name="connsiteY186" fmla="*/ 4257443 h 4962109"/>
              <a:gd name="connsiteX187" fmla="*/ 1221700 w 10534650"/>
              <a:gd name="connsiteY187" fmla="*/ 4268736 h 4962109"/>
              <a:gd name="connsiteX188" fmla="*/ 1174793 w 10534650"/>
              <a:gd name="connsiteY188" fmla="*/ 4270928 h 4962109"/>
              <a:gd name="connsiteX189" fmla="*/ 1098150 w 10534650"/>
              <a:gd name="connsiteY189" fmla="*/ 4243822 h 4962109"/>
              <a:gd name="connsiteX190" fmla="*/ 1069859 w 10534650"/>
              <a:gd name="connsiteY190" fmla="*/ 4239673 h 4962109"/>
              <a:gd name="connsiteX191" fmla="*/ 1007226 w 10534650"/>
              <a:gd name="connsiteY191" fmla="*/ 4224839 h 4962109"/>
              <a:gd name="connsiteX192" fmla="*/ 951768 w 10534650"/>
              <a:gd name="connsiteY192" fmla="*/ 4221810 h 4962109"/>
              <a:gd name="connsiteX193" fmla="*/ 906114 w 10534650"/>
              <a:gd name="connsiteY193" fmla="*/ 4235593 h 4962109"/>
              <a:gd name="connsiteX194" fmla="*/ 841245 w 10534650"/>
              <a:gd name="connsiteY194" fmla="*/ 4234521 h 4962109"/>
              <a:gd name="connsiteX195" fmla="*/ 800332 w 10534650"/>
              <a:gd name="connsiteY195" fmla="*/ 4219495 h 4962109"/>
              <a:gd name="connsiteX196" fmla="*/ 791951 w 10534650"/>
              <a:gd name="connsiteY196" fmla="*/ 4217256 h 4962109"/>
              <a:gd name="connsiteX197" fmla="*/ 682847 w 10534650"/>
              <a:gd name="connsiteY197" fmla="*/ 4209095 h 4962109"/>
              <a:gd name="connsiteX198" fmla="*/ 544048 w 10534650"/>
              <a:gd name="connsiteY198" fmla="*/ 4236583 h 4962109"/>
              <a:gd name="connsiteX199" fmla="*/ 520986 w 10534650"/>
              <a:gd name="connsiteY199" fmla="*/ 4242810 h 4962109"/>
              <a:gd name="connsiteX200" fmla="*/ 410178 w 10534650"/>
              <a:gd name="connsiteY200" fmla="*/ 4248822 h 4962109"/>
              <a:gd name="connsiteX201" fmla="*/ 350333 w 10534650"/>
              <a:gd name="connsiteY201" fmla="*/ 4258484 h 4962109"/>
              <a:gd name="connsiteX202" fmla="*/ 307802 w 10534650"/>
              <a:gd name="connsiteY202" fmla="*/ 4256334 h 4962109"/>
              <a:gd name="connsiteX203" fmla="*/ 254816 w 10534650"/>
              <a:gd name="connsiteY203" fmla="*/ 4277037 h 4962109"/>
              <a:gd name="connsiteX204" fmla="*/ 237292 w 10534650"/>
              <a:gd name="connsiteY204" fmla="*/ 4286423 h 4962109"/>
              <a:gd name="connsiteX205" fmla="*/ 216734 w 10534650"/>
              <a:gd name="connsiteY205" fmla="*/ 4291334 h 4962109"/>
              <a:gd name="connsiteX206" fmla="*/ 124141 w 10534650"/>
              <a:gd name="connsiteY206" fmla="*/ 4305079 h 4962109"/>
              <a:gd name="connsiteX207" fmla="*/ 107121 w 10534650"/>
              <a:gd name="connsiteY207" fmla="*/ 4315238 h 4962109"/>
              <a:gd name="connsiteX208" fmla="*/ 95746 w 10534650"/>
              <a:gd name="connsiteY208" fmla="*/ 4321517 h 4962109"/>
              <a:gd name="connsiteX209" fmla="*/ 6292 w 10534650"/>
              <a:gd name="connsiteY209" fmla="*/ 4327311 h 4962109"/>
              <a:gd name="connsiteX210" fmla="*/ 1 w 10534650"/>
              <a:gd name="connsiteY210" fmla="*/ 4327851 h 4962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</a:cxnLst>
            <a:rect l="l" t="t" r="r" b="b"/>
            <a:pathLst>
              <a:path w="10534650" h="4962109">
                <a:moveTo>
                  <a:pt x="6180200" y="4801197"/>
                </a:moveTo>
                <a:lnTo>
                  <a:pt x="6147637" y="4805291"/>
                </a:lnTo>
                <a:lnTo>
                  <a:pt x="6164640" y="4804893"/>
                </a:lnTo>
                <a:cubicBezTo>
                  <a:pt x="6170280" y="4804512"/>
                  <a:pt x="6175677" y="4803578"/>
                  <a:pt x="6180200" y="4801197"/>
                </a:cubicBezTo>
                <a:close/>
                <a:moveTo>
                  <a:pt x="5969537" y="4731750"/>
                </a:moveTo>
                <a:lnTo>
                  <a:pt x="5980870" y="4743324"/>
                </a:lnTo>
                <a:lnTo>
                  <a:pt x="5980870" y="4743323"/>
                </a:lnTo>
                <a:close/>
                <a:moveTo>
                  <a:pt x="6712815" y="4676908"/>
                </a:moveTo>
                <a:lnTo>
                  <a:pt x="6712815" y="4676909"/>
                </a:lnTo>
                <a:lnTo>
                  <a:pt x="6734605" y="4700281"/>
                </a:lnTo>
                <a:cubicBezTo>
                  <a:pt x="6728727" y="4693945"/>
                  <a:pt x="6722664" y="4687596"/>
                  <a:pt x="6712815" y="4676908"/>
                </a:cubicBezTo>
                <a:close/>
                <a:moveTo>
                  <a:pt x="5236566" y="4571169"/>
                </a:moveTo>
                <a:lnTo>
                  <a:pt x="5264294" y="4579674"/>
                </a:lnTo>
                <a:lnTo>
                  <a:pt x="5280204" y="4586908"/>
                </a:lnTo>
                <a:lnTo>
                  <a:pt x="5280336" y="4586967"/>
                </a:lnTo>
                <a:lnTo>
                  <a:pt x="5294396" y="4593609"/>
                </a:lnTo>
                <a:lnTo>
                  <a:pt x="5296104" y="4594130"/>
                </a:lnTo>
                <a:lnTo>
                  <a:pt x="5301566" y="4596610"/>
                </a:lnTo>
                <a:cubicBezTo>
                  <a:pt x="5308775" y="4599427"/>
                  <a:pt x="5316122" y="4601617"/>
                  <a:pt x="5323749" y="4602562"/>
                </a:cubicBezTo>
                <a:lnTo>
                  <a:pt x="5296104" y="4594130"/>
                </a:lnTo>
                <a:lnTo>
                  <a:pt x="5280336" y="4586967"/>
                </a:lnTo>
                <a:lnTo>
                  <a:pt x="5266003" y="4580197"/>
                </a:lnTo>
                <a:lnTo>
                  <a:pt x="5264294" y="4579674"/>
                </a:lnTo>
                <a:lnTo>
                  <a:pt x="5258823" y="4577184"/>
                </a:lnTo>
                <a:cubicBezTo>
                  <a:pt x="5251595" y="4574355"/>
                  <a:pt x="5244224" y="4572143"/>
                  <a:pt x="5236566" y="4571169"/>
                </a:cubicBezTo>
                <a:close/>
                <a:moveTo>
                  <a:pt x="5514391" y="4562409"/>
                </a:moveTo>
                <a:lnTo>
                  <a:pt x="5571581" y="4569638"/>
                </a:lnTo>
                <a:cubicBezTo>
                  <a:pt x="5561681" y="4566506"/>
                  <a:pt x="5551982" y="4564189"/>
                  <a:pt x="5542458" y="4562909"/>
                </a:cubicBezTo>
                <a:cubicBezTo>
                  <a:pt x="5532935" y="4561630"/>
                  <a:pt x="5523588" y="4561388"/>
                  <a:pt x="5514391" y="4562409"/>
                </a:cubicBezTo>
                <a:close/>
                <a:moveTo>
                  <a:pt x="3097094" y="4429045"/>
                </a:moveTo>
                <a:lnTo>
                  <a:pt x="3088347" y="4439791"/>
                </a:lnTo>
                <a:cubicBezTo>
                  <a:pt x="3083671" y="4447172"/>
                  <a:pt x="3078424" y="4452894"/>
                  <a:pt x="3072652" y="4457084"/>
                </a:cubicBezTo>
                <a:lnTo>
                  <a:pt x="3053825" y="4465207"/>
                </a:lnTo>
                <a:cubicBezTo>
                  <a:pt x="3067357" y="4462670"/>
                  <a:pt x="3078995" y="4454555"/>
                  <a:pt x="3088348" y="4439791"/>
                </a:cubicBezTo>
                <a:close/>
                <a:moveTo>
                  <a:pt x="4090071" y="4402823"/>
                </a:moveTo>
                <a:lnTo>
                  <a:pt x="4105672" y="4404644"/>
                </a:lnTo>
                <a:lnTo>
                  <a:pt x="4121173" y="4414076"/>
                </a:lnTo>
                <a:cubicBezTo>
                  <a:pt x="4116059" y="4409460"/>
                  <a:pt x="4110873" y="4406418"/>
                  <a:pt x="4105673" y="4404644"/>
                </a:cubicBezTo>
                <a:lnTo>
                  <a:pt x="4105672" y="4404644"/>
                </a:lnTo>
                <a:lnTo>
                  <a:pt x="4105672" y="4404644"/>
                </a:lnTo>
                <a:cubicBezTo>
                  <a:pt x="4100470" y="4402869"/>
                  <a:pt x="4095250" y="4402364"/>
                  <a:pt x="4090071" y="4402823"/>
                </a:cubicBezTo>
                <a:close/>
                <a:moveTo>
                  <a:pt x="3874703" y="4390456"/>
                </a:moveTo>
                <a:cubicBezTo>
                  <a:pt x="3888207" y="4407424"/>
                  <a:pt x="3904096" y="4414579"/>
                  <a:pt x="3921126" y="4417222"/>
                </a:cubicBezTo>
                <a:lnTo>
                  <a:pt x="3896594" y="4409211"/>
                </a:lnTo>
                <a:cubicBezTo>
                  <a:pt x="3888805" y="4404972"/>
                  <a:pt x="3881457" y="4398939"/>
                  <a:pt x="3874703" y="4390456"/>
                </a:cubicBezTo>
                <a:close/>
                <a:moveTo>
                  <a:pt x="7873706" y="4301238"/>
                </a:moveTo>
                <a:cubicBezTo>
                  <a:pt x="7879271" y="4306720"/>
                  <a:pt x="7885522" y="4312339"/>
                  <a:pt x="7892206" y="4317039"/>
                </a:cubicBezTo>
                <a:lnTo>
                  <a:pt x="7899880" y="4320773"/>
                </a:lnTo>
                <a:lnTo>
                  <a:pt x="7892205" y="4317038"/>
                </a:lnTo>
                <a:cubicBezTo>
                  <a:pt x="7885522" y="4312339"/>
                  <a:pt x="7879271" y="4306720"/>
                  <a:pt x="7873706" y="4301238"/>
                </a:cubicBezTo>
                <a:close/>
                <a:moveTo>
                  <a:pt x="1456506" y="3863438"/>
                </a:moveTo>
                <a:cubicBezTo>
                  <a:pt x="1451501" y="3864050"/>
                  <a:pt x="1446149" y="3865681"/>
                  <a:pt x="1442667" y="3867764"/>
                </a:cubicBezTo>
                <a:cubicBezTo>
                  <a:pt x="1425879" y="3877941"/>
                  <a:pt x="1411091" y="3885493"/>
                  <a:pt x="1397372" y="3890362"/>
                </a:cubicBezTo>
                <a:cubicBezTo>
                  <a:pt x="1411091" y="3885493"/>
                  <a:pt x="1425880" y="3877941"/>
                  <a:pt x="1442668" y="3867764"/>
                </a:cubicBezTo>
                <a:close/>
                <a:moveTo>
                  <a:pt x="1071905" y="3816123"/>
                </a:moveTo>
                <a:lnTo>
                  <a:pt x="1062478" y="3818725"/>
                </a:lnTo>
                <a:lnTo>
                  <a:pt x="1022563" y="3825445"/>
                </a:lnTo>
                <a:lnTo>
                  <a:pt x="1062480" y="3818725"/>
                </a:lnTo>
                <a:close/>
                <a:moveTo>
                  <a:pt x="1209869" y="3815014"/>
                </a:moveTo>
                <a:cubicBezTo>
                  <a:pt x="1227625" y="3817890"/>
                  <a:pt x="1245541" y="3819944"/>
                  <a:pt x="1257364" y="3832567"/>
                </a:cubicBezTo>
                <a:cubicBezTo>
                  <a:pt x="1245542" y="3819944"/>
                  <a:pt x="1227625" y="3817890"/>
                  <a:pt x="1209869" y="3815014"/>
                </a:cubicBezTo>
                <a:close/>
                <a:moveTo>
                  <a:pt x="0" y="0"/>
                </a:moveTo>
                <a:lnTo>
                  <a:pt x="10534650" y="0"/>
                </a:lnTo>
                <a:lnTo>
                  <a:pt x="10534650" y="3353931"/>
                </a:lnTo>
                <a:lnTo>
                  <a:pt x="10495227" y="3401247"/>
                </a:lnTo>
                <a:cubicBezTo>
                  <a:pt x="10485337" y="3413006"/>
                  <a:pt x="10476032" y="3427032"/>
                  <a:pt x="10463118" y="3434133"/>
                </a:cubicBezTo>
                <a:cubicBezTo>
                  <a:pt x="10436316" y="3449009"/>
                  <a:pt x="10407326" y="3460583"/>
                  <a:pt x="10378879" y="3472380"/>
                </a:cubicBezTo>
                <a:cubicBezTo>
                  <a:pt x="10354448" y="3482409"/>
                  <a:pt x="10328740" y="3489381"/>
                  <a:pt x="10304799" y="3500370"/>
                </a:cubicBezTo>
                <a:cubicBezTo>
                  <a:pt x="10285652" y="3509090"/>
                  <a:pt x="10268271" y="3521824"/>
                  <a:pt x="10250242" y="3533216"/>
                </a:cubicBezTo>
                <a:cubicBezTo>
                  <a:pt x="10234541" y="3543095"/>
                  <a:pt x="10217465" y="3551396"/>
                  <a:pt x="10204013" y="3563655"/>
                </a:cubicBezTo>
                <a:cubicBezTo>
                  <a:pt x="10171195" y="3593338"/>
                  <a:pt x="10138228" y="3622454"/>
                  <a:pt x="10098588" y="3643324"/>
                </a:cubicBezTo>
                <a:cubicBezTo>
                  <a:pt x="10059514" y="3664046"/>
                  <a:pt x="10022283" y="3687678"/>
                  <a:pt x="9983369" y="3708784"/>
                </a:cubicBezTo>
                <a:cubicBezTo>
                  <a:pt x="9945228" y="3729383"/>
                  <a:pt x="9910448" y="3752437"/>
                  <a:pt x="9888637" y="3792146"/>
                </a:cubicBezTo>
                <a:cubicBezTo>
                  <a:pt x="9878912" y="3809668"/>
                  <a:pt x="9865565" y="3828615"/>
                  <a:pt x="9848780" y="3838049"/>
                </a:cubicBezTo>
                <a:cubicBezTo>
                  <a:pt x="9824861" y="3851452"/>
                  <a:pt x="9795499" y="3854838"/>
                  <a:pt x="9769701" y="3865885"/>
                </a:cubicBezTo>
                <a:cubicBezTo>
                  <a:pt x="9739318" y="3878850"/>
                  <a:pt x="9704457" y="3889469"/>
                  <a:pt x="9682888" y="3911938"/>
                </a:cubicBezTo>
                <a:cubicBezTo>
                  <a:pt x="9663714" y="3931973"/>
                  <a:pt x="9644670" y="3947376"/>
                  <a:pt x="9620297" y="3959262"/>
                </a:cubicBezTo>
                <a:cubicBezTo>
                  <a:pt x="9603219" y="3967566"/>
                  <a:pt x="9589864" y="3983912"/>
                  <a:pt x="9572344" y="3990515"/>
                </a:cubicBezTo>
                <a:cubicBezTo>
                  <a:pt x="9549293" y="3999339"/>
                  <a:pt x="9526207" y="4005934"/>
                  <a:pt x="9505537" y="4020672"/>
                </a:cubicBezTo>
                <a:cubicBezTo>
                  <a:pt x="9484091" y="4035912"/>
                  <a:pt x="9460115" y="4047456"/>
                  <a:pt x="9437819" y="4061525"/>
                </a:cubicBezTo>
                <a:cubicBezTo>
                  <a:pt x="9425990" y="4069070"/>
                  <a:pt x="9416013" y="4079339"/>
                  <a:pt x="9404527" y="4087281"/>
                </a:cubicBezTo>
                <a:cubicBezTo>
                  <a:pt x="9383500" y="4101807"/>
                  <a:pt x="9362130" y="4115940"/>
                  <a:pt x="9340611" y="4129506"/>
                </a:cubicBezTo>
                <a:cubicBezTo>
                  <a:pt x="9319094" y="4143075"/>
                  <a:pt x="9298336" y="4159103"/>
                  <a:pt x="9275062" y="4168468"/>
                </a:cubicBezTo>
                <a:cubicBezTo>
                  <a:pt x="9235393" y="4184326"/>
                  <a:pt x="9192714" y="4192558"/>
                  <a:pt x="9154049" y="4209968"/>
                </a:cubicBezTo>
                <a:cubicBezTo>
                  <a:pt x="9114807" y="4227709"/>
                  <a:pt x="9077428" y="4250775"/>
                  <a:pt x="9041981" y="4275454"/>
                </a:cubicBezTo>
                <a:cubicBezTo>
                  <a:pt x="9013941" y="4294886"/>
                  <a:pt x="8987577" y="4314247"/>
                  <a:pt x="8953407" y="4322870"/>
                </a:cubicBezTo>
                <a:cubicBezTo>
                  <a:pt x="8934339" y="4327698"/>
                  <a:pt x="8913858" y="4339665"/>
                  <a:pt x="8901537" y="4354413"/>
                </a:cubicBezTo>
                <a:cubicBezTo>
                  <a:pt x="8874858" y="4386553"/>
                  <a:pt x="8842027" y="4408257"/>
                  <a:pt x="8805370" y="4426175"/>
                </a:cubicBezTo>
                <a:cubicBezTo>
                  <a:pt x="8756414" y="4450307"/>
                  <a:pt x="8707976" y="4475033"/>
                  <a:pt x="8658874" y="4498599"/>
                </a:cubicBezTo>
                <a:cubicBezTo>
                  <a:pt x="8629907" y="4512587"/>
                  <a:pt x="8601063" y="4527509"/>
                  <a:pt x="8570718" y="4537136"/>
                </a:cubicBezTo>
                <a:cubicBezTo>
                  <a:pt x="8508693" y="4557041"/>
                  <a:pt x="8445428" y="4573334"/>
                  <a:pt x="8382959" y="4591539"/>
                </a:cubicBezTo>
                <a:cubicBezTo>
                  <a:pt x="8362523" y="4597385"/>
                  <a:pt x="8342983" y="4606448"/>
                  <a:pt x="8322237" y="4611347"/>
                </a:cubicBezTo>
                <a:cubicBezTo>
                  <a:pt x="8299794" y="4616686"/>
                  <a:pt x="8276017" y="4617112"/>
                  <a:pt x="8253574" y="4622451"/>
                </a:cubicBezTo>
                <a:cubicBezTo>
                  <a:pt x="8216238" y="4631231"/>
                  <a:pt x="8179798" y="4643227"/>
                  <a:pt x="8142452" y="4652191"/>
                </a:cubicBezTo>
                <a:cubicBezTo>
                  <a:pt x="8070405" y="4669374"/>
                  <a:pt x="7998236" y="4685619"/>
                  <a:pt x="7926082" y="4701680"/>
                </a:cubicBezTo>
                <a:cubicBezTo>
                  <a:pt x="7910636" y="4705085"/>
                  <a:pt x="7894160" y="4704520"/>
                  <a:pt x="7878875" y="4708305"/>
                </a:cubicBezTo>
                <a:cubicBezTo>
                  <a:pt x="7838286" y="4718535"/>
                  <a:pt x="7797807" y="4729883"/>
                  <a:pt x="7757501" y="4741432"/>
                </a:cubicBezTo>
                <a:cubicBezTo>
                  <a:pt x="7733086" y="4748492"/>
                  <a:pt x="7709086" y="4757622"/>
                  <a:pt x="7684511" y="4764301"/>
                </a:cubicBezTo>
                <a:cubicBezTo>
                  <a:pt x="7664851" y="4769644"/>
                  <a:pt x="7644738" y="4773472"/>
                  <a:pt x="7624515" y="4776179"/>
                </a:cubicBezTo>
                <a:cubicBezTo>
                  <a:pt x="7607100" y="4778522"/>
                  <a:pt x="7589211" y="4776933"/>
                  <a:pt x="7571930" y="4780027"/>
                </a:cubicBezTo>
                <a:cubicBezTo>
                  <a:pt x="7525162" y="4788350"/>
                  <a:pt x="7478851" y="4798192"/>
                  <a:pt x="7432402" y="4807278"/>
                </a:cubicBezTo>
                <a:cubicBezTo>
                  <a:pt x="7413794" y="4810838"/>
                  <a:pt x="7394900" y="4813080"/>
                  <a:pt x="7376754" y="4817968"/>
                </a:cubicBezTo>
                <a:cubicBezTo>
                  <a:pt x="7328196" y="4830812"/>
                  <a:pt x="7280227" y="4845917"/>
                  <a:pt x="7231546" y="4857825"/>
                </a:cubicBezTo>
                <a:cubicBezTo>
                  <a:pt x="7191170" y="4867696"/>
                  <a:pt x="7149922" y="4873983"/>
                  <a:pt x="7109089" y="4882341"/>
                </a:cubicBezTo>
                <a:cubicBezTo>
                  <a:pt x="7091771" y="4885988"/>
                  <a:pt x="7075053" y="4891717"/>
                  <a:pt x="7057788" y="4894624"/>
                </a:cubicBezTo>
                <a:cubicBezTo>
                  <a:pt x="7019113" y="4901273"/>
                  <a:pt x="6979984" y="4906404"/>
                  <a:pt x="6941125" y="4913041"/>
                </a:cubicBezTo>
                <a:cubicBezTo>
                  <a:pt x="6918968" y="4916914"/>
                  <a:pt x="6897260" y="4925088"/>
                  <a:pt x="6874857" y="4927091"/>
                </a:cubicBezTo>
                <a:cubicBezTo>
                  <a:pt x="6821656" y="4931824"/>
                  <a:pt x="6768247" y="4934130"/>
                  <a:pt x="6714789" y="4937175"/>
                </a:cubicBezTo>
                <a:cubicBezTo>
                  <a:pt x="6659657" y="4940292"/>
                  <a:pt x="6604682" y="4943792"/>
                  <a:pt x="6549597" y="4946170"/>
                </a:cubicBezTo>
                <a:cubicBezTo>
                  <a:pt x="6519465" y="4947276"/>
                  <a:pt x="6489322" y="4945783"/>
                  <a:pt x="6459201" y="4946704"/>
                </a:cubicBezTo>
                <a:cubicBezTo>
                  <a:pt x="6432800" y="4947508"/>
                  <a:pt x="6406432" y="4950539"/>
                  <a:pt x="6379993" y="4951898"/>
                </a:cubicBezTo>
                <a:cubicBezTo>
                  <a:pt x="6357100" y="4952937"/>
                  <a:pt x="6334097" y="4952858"/>
                  <a:pt x="6311205" y="4953901"/>
                </a:cubicBezTo>
                <a:cubicBezTo>
                  <a:pt x="6274532" y="4955673"/>
                  <a:pt x="6238005" y="4958014"/>
                  <a:pt x="6201505" y="4959986"/>
                </a:cubicBezTo>
                <a:cubicBezTo>
                  <a:pt x="6186248" y="4960620"/>
                  <a:pt x="6170049" y="4964157"/>
                  <a:pt x="6156018" y="4960421"/>
                </a:cubicBezTo>
                <a:cubicBezTo>
                  <a:pt x="6120663" y="4950966"/>
                  <a:pt x="6085248" y="4950600"/>
                  <a:pt x="6049276" y="4952977"/>
                </a:cubicBezTo>
                <a:cubicBezTo>
                  <a:pt x="6036975" y="4953812"/>
                  <a:pt x="6023887" y="4952550"/>
                  <a:pt x="6012280" y="4948608"/>
                </a:cubicBezTo>
                <a:cubicBezTo>
                  <a:pt x="5988511" y="4940682"/>
                  <a:pt x="5965659" y="4930223"/>
                  <a:pt x="5942361" y="4920847"/>
                </a:cubicBezTo>
                <a:cubicBezTo>
                  <a:pt x="5939837" y="4919748"/>
                  <a:pt x="5936711" y="4919348"/>
                  <a:pt x="5933980" y="4918608"/>
                </a:cubicBezTo>
                <a:cubicBezTo>
                  <a:pt x="5918490" y="4914400"/>
                  <a:pt x="5903193" y="4910205"/>
                  <a:pt x="5887681" y="4906368"/>
                </a:cubicBezTo>
                <a:cubicBezTo>
                  <a:pt x="5879287" y="4904312"/>
                  <a:pt x="5870619" y="4903538"/>
                  <a:pt x="5862209" y="4901667"/>
                </a:cubicBezTo>
                <a:cubicBezTo>
                  <a:pt x="5829686" y="4894261"/>
                  <a:pt x="5792897" y="4900480"/>
                  <a:pt x="5765973" y="4876200"/>
                </a:cubicBezTo>
                <a:cubicBezTo>
                  <a:pt x="5748483" y="4860538"/>
                  <a:pt x="5730341" y="4862645"/>
                  <a:pt x="5710431" y="4863519"/>
                </a:cubicBezTo>
                <a:cubicBezTo>
                  <a:pt x="5695357" y="4864163"/>
                  <a:pt x="5680064" y="4862567"/>
                  <a:pt x="5664908" y="4861723"/>
                </a:cubicBezTo>
                <a:cubicBezTo>
                  <a:pt x="5638275" y="4860468"/>
                  <a:pt x="5611666" y="4858845"/>
                  <a:pt x="5585007" y="4857960"/>
                </a:cubicBezTo>
                <a:cubicBezTo>
                  <a:pt x="5576485" y="4857752"/>
                  <a:pt x="5567492" y="4861780"/>
                  <a:pt x="5559231" y="4860477"/>
                </a:cubicBezTo>
                <a:cubicBezTo>
                  <a:pt x="5521053" y="4854355"/>
                  <a:pt x="5483013" y="4846202"/>
                  <a:pt x="5444811" y="4840451"/>
                </a:cubicBezTo>
                <a:cubicBezTo>
                  <a:pt x="5423144" y="4837123"/>
                  <a:pt x="5400557" y="4839112"/>
                  <a:pt x="5379124" y="4835057"/>
                </a:cubicBezTo>
                <a:cubicBezTo>
                  <a:pt x="5354393" y="4830408"/>
                  <a:pt x="5330529" y="4821180"/>
                  <a:pt x="5306093" y="4814877"/>
                </a:cubicBezTo>
                <a:cubicBezTo>
                  <a:pt x="5299348" y="4813123"/>
                  <a:pt x="5291662" y="4814270"/>
                  <a:pt x="5284433" y="4814147"/>
                </a:cubicBezTo>
                <a:cubicBezTo>
                  <a:pt x="5276282" y="4813965"/>
                  <a:pt x="5268291" y="4814164"/>
                  <a:pt x="5260152" y="4813796"/>
                </a:cubicBezTo>
                <a:cubicBezTo>
                  <a:pt x="5235376" y="4812484"/>
                  <a:pt x="5210666" y="4810246"/>
                  <a:pt x="5185829" y="4809858"/>
                </a:cubicBezTo>
                <a:cubicBezTo>
                  <a:pt x="5170634" y="4809567"/>
                  <a:pt x="5154236" y="4816059"/>
                  <a:pt x="5140387" y="4812334"/>
                </a:cubicBezTo>
                <a:cubicBezTo>
                  <a:pt x="5112124" y="4805032"/>
                  <a:pt x="5082682" y="4815092"/>
                  <a:pt x="5054734" y="4803174"/>
                </a:cubicBezTo>
                <a:cubicBezTo>
                  <a:pt x="5046067" y="4799616"/>
                  <a:pt x="5033378" y="4806174"/>
                  <a:pt x="5022638" y="4805814"/>
                </a:cubicBezTo>
                <a:cubicBezTo>
                  <a:pt x="4995795" y="4804917"/>
                  <a:pt x="4969030" y="4802912"/>
                  <a:pt x="4942261" y="4800907"/>
                </a:cubicBezTo>
                <a:cubicBezTo>
                  <a:pt x="4918263" y="4799091"/>
                  <a:pt x="4893154" y="4799980"/>
                  <a:pt x="4870420" y="4793240"/>
                </a:cubicBezTo>
                <a:cubicBezTo>
                  <a:pt x="4846600" y="4786056"/>
                  <a:pt x="4824759" y="4785313"/>
                  <a:pt x="4800874" y="4789997"/>
                </a:cubicBezTo>
                <a:cubicBezTo>
                  <a:pt x="4784518" y="4793152"/>
                  <a:pt x="4767488" y="4792551"/>
                  <a:pt x="4750778" y="4792713"/>
                </a:cubicBezTo>
                <a:cubicBezTo>
                  <a:pt x="4732764" y="4792973"/>
                  <a:pt x="4713264" y="4787751"/>
                  <a:pt x="4696598" y="4792741"/>
                </a:cubicBezTo>
                <a:cubicBezTo>
                  <a:pt x="4646976" y="4807551"/>
                  <a:pt x="4597032" y="4808052"/>
                  <a:pt x="4546427" y="4804612"/>
                </a:cubicBezTo>
                <a:cubicBezTo>
                  <a:pt x="4537191" y="4803984"/>
                  <a:pt x="4527947" y="4800760"/>
                  <a:pt x="4519273" y="4797386"/>
                </a:cubicBezTo>
                <a:cubicBezTo>
                  <a:pt x="4468687" y="4777248"/>
                  <a:pt x="4416689" y="4775196"/>
                  <a:pt x="4363361" y="4781778"/>
                </a:cubicBezTo>
                <a:cubicBezTo>
                  <a:pt x="4352313" y="4783253"/>
                  <a:pt x="4340098" y="4782794"/>
                  <a:pt x="4329354" y="4779838"/>
                </a:cubicBezTo>
                <a:cubicBezTo>
                  <a:pt x="4299132" y="4771288"/>
                  <a:pt x="4270125" y="4758554"/>
                  <a:pt x="4239595" y="4751840"/>
                </a:cubicBezTo>
                <a:cubicBezTo>
                  <a:pt x="4189137" y="4740803"/>
                  <a:pt x="4143262" y="4763288"/>
                  <a:pt x="4096514" y="4776811"/>
                </a:cubicBezTo>
                <a:cubicBezTo>
                  <a:pt x="4052043" y="4789559"/>
                  <a:pt x="4012695" y="4822508"/>
                  <a:pt x="3961888" y="4811077"/>
                </a:cubicBezTo>
                <a:cubicBezTo>
                  <a:pt x="3956768" y="4809986"/>
                  <a:pt x="3950703" y="4814584"/>
                  <a:pt x="3944891" y="4815486"/>
                </a:cubicBezTo>
                <a:cubicBezTo>
                  <a:pt x="3928953" y="4817931"/>
                  <a:pt x="3912968" y="4821109"/>
                  <a:pt x="3896970" y="4821693"/>
                </a:cubicBezTo>
                <a:cubicBezTo>
                  <a:pt x="3877426" y="4822591"/>
                  <a:pt x="3857714" y="4820509"/>
                  <a:pt x="3838196" y="4821037"/>
                </a:cubicBezTo>
                <a:cubicBezTo>
                  <a:pt x="3825655" y="4821298"/>
                  <a:pt x="3813141" y="4822487"/>
                  <a:pt x="3800670" y="4823403"/>
                </a:cubicBezTo>
                <a:lnTo>
                  <a:pt x="3797857" y="4823456"/>
                </a:lnTo>
                <a:lnTo>
                  <a:pt x="3740361" y="4819547"/>
                </a:lnTo>
                <a:lnTo>
                  <a:pt x="3733853" y="4818257"/>
                </a:lnTo>
                <a:cubicBezTo>
                  <a:pt x="3724094" y="4815461"/>
                  <a:pt x="3714384" y="4812250"/>
                  <a:pt x="3704618" y="4809915"/>
                </a:cubicBezTo>
                <a:cubicBezTo>
                  <a:pt x="3677042" y="4803402"/>
                  <a:pt x="3646294" y="4802610"/>
                  <a:pt x="3622533" y="4789121"/>
                </a:cubicBezTo>
                <a:cubicBezTo>
                  <a:pt x="3597163" y="4774778"/>
                  <a:pt x="3572619" y="4767358"/>
                  <a:pt x="3545207" y="4769391"/>
                </a:cubicBezTo>
                <a:cubicBezTo>
                  <a:pt x="3536068" y="4770067"/>
                  <a:pt x="3523903" y="4777034"/>
                  <a:pt x="3519303" y="4784698"/>
                </a:cubicBezTo>
                <a:cubicBezTo>
                  <a:pt x="3509045" y="4801815"/>
                  <a:pt x="3496459" y="4804113"/>
                  <a:pt x="3480065" y="4796876"/>
                </a:cubicBezTo>
                <a:cubicBezTo>
                  <a:pt x="3465826" y="4790712"/>
                  <a:pt x="3448089" y="4786910"/>
                  <a:pt x="3438793" y="4776257"/>
                </a:cubicBezTo>
                <a:cubicBezTo>
                  <a:pt x="3412454" y="4746079"/>
                  <a:pt x="3376501" y="4742708"/>
                  <a:pt x="3341926" y="4732751"/>
                </a:cubicBezTo>
                <a:cubicBezTo>
                  <a:pt x="3320818" y="4726675"/>
                  <a:pt x="3300881" y="4725135"/>
                  <a:pt x="3279243" y="4726817"/>
                </a:cubicBezTo>
                <a:cubicBezTo>
                  <a:pt x="3232227" y="4730673"/>
                  <a:pt x="3187653" y="4717623"/>
                  <a:pt x="3143823" y="4701842"/>
                </a:cubicBezTo>
                <a:cubicBezTo>
                  <a:pt x="3114850" y="4691337"/>
                  <a:pt x="3084913" y="4684106"/>
                  <a:pt x="3056138" y="4673429"/>
                </a:cubicBezTo>
                <a:cubicBezTo>
                  <a:pt x="3034612" y="4665286"/>
                  <a:pt x="3013174" y="4655850"/>
                  <a:pt x="2993770" y="4643771"/>
                </a:cubicBezTo>
                <a:cubicBezTo>
                  <a:pt x="2965655" y="4626086"/>
                  <a:pt x="2941776" y="4600714"/>
                  <a:pt x="2904225" y="4604470"/>
                </a:cubicBezTo>
                <a:cubicBezTo>
                  <a:pt x="2871157" y="4607788"/>
                  <a:pt x="2842399" y="4594145"/>
                  <a:pt x="2813231" y="4581028"/>
                </a:cubicBezTo>
                <a:cubicBezTo>
                  <a:pt x="2791804" y="4571408"/>
                  <a:pt x="2770396" y="4561601"/>
                  <a:pt x="2748028" y="4554886"/>
                </a:cubicBezTo>
                <a:cubicBezTo>
                  <a:pt x="2721475" y="4546959"/>
                  <a:pt x="2690826" y="4547473"/>
                  <a:pt x="2667581" y="4534574"/>
                </a:cubicBezTo>
                <a:cubicBezTo>
                  <a:pt x="2643266" y="4521045"/>
                  <a:pt x="2621858" y="4527570"/>
                  <a:pt x="2599283" y="4529376"/>
                </a:cubicBezTo>
                <a:cubicBezTo>
                  <a:pt x="2563287" y="4532123"/>
                  <a:pt x="2527170" y="4539316"/>
                  <a:pt x="2491986" y="4524678"/>
                </a:cubicBezTo>
                <a:cubicBezTo>
                  <a:pt x="2449219" y="4506927"/>
                  <a:pt x="2406896" y="4488094"/>
                  <a:pt x="2363895" y="4471069"/>
                </a:cubicBezTo>
                <a:cubicBezTo>
                  <a:pt x="2347265" y="4464556"/>
                  <a:pt x="2329135" y="4461097"/>
                  <a:pt x="2311566" y="4457491"/>
                </a:cubicBezTo>
                <a:cubicBezTo>
                  <a:pt x="2294899" y="4454317"/>
                  <a:pt x="2274416" y="4458121"/>
                  <a:pt x="2262011" y="4449484"/>
                </a:cubicBezTo>
                <a:cubicBezTo>
                  <a:pt x="2230123" y="4427279"/>
                  <a:pt x="2196623" y="4415167"/>
                  <a:pt x="2158206" y="4412555"/>
                </a:cubicBezTo>
                <a:cubicBezTo>
                  <a:pt x="2143798" y="4411575"/>
                  <a:pt x="2130327" y="4402309"/>
                  <a:pt x="2115838" y="4399840"/>
                </a:cubicBezTo>
                <a:cubicBezTo>
                  <a:pt x="2096014" y="4396637"/>
                  <a:pt x="2073451" y="4390093"/>
                  <a:pt x="2055614" y="4395932"/>
                </a:cubicBezTo>
                <a:cubicBezTo>
                  <a:pt x="2013667" y="4409780"/>
                  <a:pt x="1981552" y="4393679"/>
                  <a:pt x="1947021" y="4374820"/>
                </a:cubicBezTo>
                <a:cubicBezTo>
                  <a:pt x="1913035" y="4356182"/>
                  <a:pt x="1876975" y="4340743"/>
                  <a:pt x="1840396" y="4327492"/>
                </a:cubicBezTo>
                <a:cubicBezTo>
                  <a:pt x="1826623" y="4322661"/>
                  <a:pt x="1809379" y="4327983"/>
                  <a:pt x="1793775" y="4328221"/>
                </a:cubicBezTo>
                <a:cubicBezTo>
                  <a:pt x="1788208" y="4328213"/>
                  <a:pt x="1782076" y="4328353"/>
                  <a:pt x="1777216" y="4326168"/>
                </a:cubicBezTo>
                <a:cubicBezTo>
                  <a:pt x="1730217" y="4305160"/>
                  <a:pt x="1682189" y="4288351"/>
                  <a:pt x="1629295" y="4294032"/>
                </a:cubicBezTo>
                <a:cubicBezTo>
                  <a:pt x="1624431" y="4294630"/>
                  <a:pt x="1619210" y="4292232"/>
                  <a:pt x="1614496" y="4290614"/>
                </a:cubicBezTo>
                <a:cubicBezTo>
                  <a:pt x="1591493" y="4282369"/>
                  <a:pt x="1569306" y="4270287"/>
                  <a:pt x="1545646" y="4266265"/>
                </a:cubicBezTo>
                <a:cubicBezTo>
                  <a:pt x="1487316" y="4256363"/>
                  <a:pt x="1428380" y="4249943"/>
                  <a:pt x="1369537" y="4242047"/>
                </a:cubicBezTo>
                <a:cubicBezTo>
                  <a:pt x="1365856" y="4241612"/>
                  <a:pt x="1361977" y="4241349"/>
                  <a:pt x="1358743" y="4239828"/>
                </a:cubicBezTo>
                <a:cubicBezTo>
                  <a:pt x="1337488" y="4230405"/>
                  <a:pt x="1318289" y="4231698"/>
                  <a:pt x="1298789" y="4245587"/>
                </a:cubicBezTo>
                <a:cubicBezTo>
                  <a:pt x="1290211" y="4251684"/>
                  <a:pt x="1278891" y="4254440"/>
                  <a:pt x="1268483" y="4257443"/>
                </a:cubicBezTo>
                <a:cubicBezTo>
                  <a:pt x="1253144" y="4261967"/>
                  <a:pt x="1237453" y="4266280"/>
                  <a:pt x="1221700" y="4268736"/>
                </a:cubicBezTo>
                <a:cubicBezTo>
                  <a:pt x="1206144" y="4271017"/>
                  <a:pt x="1189393" y="4274515"/>
                  <a:pt x="1174793" y="4270928"/>
                </a:cubicBezTo>
                <a:cubicBezTo>
                  <a:pt x="1148512" y="4264504"/>
                  <a:pt x="1123910" y="4252440"/>
                  <a:pt x="1098150" y="4243822"/>
                </a:cubicBezTo>
                <a:cubicBezTo>
                  <a:pt x="1089264" y="4240805"/>
                  <a:pt x="1079265" y="4240499"/>
                  <a:pt x="1069859" y="4239673"/>
                </a:cubicBezTo>
                <a:cubicBezTo>
                  <a:pt x="1048286" y="4237650"/>
                  <a:pt x="1025759" y="4241499"/>
                  <a:pt x="1007226" y="4224839"/>
                </a:cubicBezTo>
                <a:cubicBezTo>
                  <a:pt x="990106" y="4209202"/>
                  <a:pt x="971530" y="4212206"/>
                  <a:pt x="951768" y="4221810"/>
                </a:cubicBezTo>
                <a:cubicBezTo>
                  <a:pt x="937572" y="4228639"/>
                  <a:pt x="921644" y="4233679"/>
                  <a:pt x="906114" y="4235593"/>
                </a:cubicBezTo>
                <a:cubicBezTo>
                  <a:pt x="884782" y="4238224"/>
                  <a:pt x="863800" y="4238468"/>
                  <a:pt x="841245" y="4234521"/>
                </a:cubicBezTo>
                <a:cubicBezTo>
                  <a:pt x="825289" y="4231767"/>
                  <a:pt x="812226" y="4230137"/>
                  <a:pt x="800332" y="4219495"/>
                </a:cubicBezTo>
                <a:cubicBezTo>
                  <a:pt x="798402" y="4217879"/>
                  <a:pt x="794734" y="4217259"/>
                  <a:pt x="791951" y="4217256"/>
                </a:cubicBezTo>
                <a:cubicBezTo>
                  <a:pt x="755353" y="4217923"/>
                  <a:pt x="719451" y="4213811"/>
                  <a:pt x="682847" y="4209095"/>
                </a:cubicBezTo>
                <a:cubicBezTo>
                  <a:pt x="636323" y="4202966"/>
                  <a:pt x="586603" y="4208305"/>
                  <a:pt x="544048" y="4236583"/>
                </a:cubicBezTo>
                <a:cubicBezTo>
                  <a:pt x="537823" y="4240799"/>
                  <a:pt x="528820" y="4242229"/>
                  <a:pt x="520986" y="4242810"/>
                </a:cubicBezTo>
                <a:cubicBezTo>
                  <a:pt x="484092" y="4245125"/>
                  <a:pt x="447111" y="4245951"/>
                  <a:pt x="410178" y="4248822"/>
                </a:cubicBezTo>
                <a:cubicBezTo>
                  <a:pt x="390031" y="4250420"/>
                  <a:pt x="368985" y="4251587"/>
                  <a:pt x="350333" y="4258484"/>
                </a:cubicBezTo>
                <a:cubicBezTo>
                  <a:pt x="332065" y="4265218"/>
                  <a:pt x="317199" y="4273672"/>
                  <a:pt x="307802" y="4256334"/>
                </a:cubicBezTo>
                <a:cubicBezTo>
                  <a:pt x="288364" y="4263918"/>
                  <a:pt x="271422" y="4270190"/>
                  <a:pt x="254816" y="4277037"/>
                </a:cubicBezTo>
                <a:cubicBezTo>
                  <a:pt x="248704" y="4279592"/>
                  <a:pt x="243390" y="4284054"/>
                  <a:pt x="237292" y="4286423"/>
                </a:cubicBezTo>
                <a:cubicBezTo>
                  <a:pt x="230810" y="4288952"/>
                  <a:pt x="223666" y="4290321"/>
                  <a:pt x="216734" y="4291334"/>
                </a:cubicBezTo>
                <a:cubicBezTo>
                  <a:pt x="185806" y="4295911"/>
                  <a:pt x="154918" y="4299934"/>
                  <a:pt x="124141" y="4305079"/>
                </a:cubicBezTo>
                <a:cubicBezTo>
                  <a:pt x="118127" y="4306154"/>
                  <a:pt x="112739" y="4311724"/>
                  <a:pt x="107121" y="4315238"/>
                </a:cubicBezTo>
                <a:cubicBezTo>
                  <a:pt x="103434" y="4317587"/>
                  <a:pt x="99664" y="4321227"/>
                  <a:pt x="95746" y="4321517"/>
                </a:cubicBezTo>
                <a:cubicBezTo>
                  <a:pt x="65894" y="4323941"/>
                  <a:pt x="36179" y="4327118"/>
                  <a:pt x="6292" y="4327311"/>
                </a:cubicBezTo>
                <a:lnTo>
                  <a:pt x="1" y="4327851"/>
                </a:lnTo>
                <a:close/>
              </a:path>
            </a:pathLst>
          </a:custGeom>
          <a:solidFill>
            <a:schemeClr val="bg1">
              <a:alpha val="14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6088" y="1263652"/>
            <a:ext cx="8748712" cy="1806779"/>
          </a:xfrm>
        </p:spPr>
        <p:txBody>
          <a:bodyPr>
            <a:normAutofit/>
          </a:bodyPr>
          <a:lstStyle/>
          <a:p>
            <a:pPr algn="l"/>
            <a:r>
              <a:rPr lang="en-IN" sz="6700" b="1" dirty="0">
                <a:solidFill>
                  <a:schemeClr val="bg1"/>
                </a:solidFill>
              </a:rPr>
              <a:t>Conclusion &amp; Thank You</a:t>
            </a:r>
            <a:endParaRPr lang="en-IN" sz="6700" b="1" dirty="0">
              <a:solidFill>
                <a:schemeClr val="bg1"/>
              </a:solidFill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2914" y="3451428"/>
            <a:ext cx="7866062" cy="884538"/>
          </a:xfrm>
        </p:spPr>
        <p:txBody>
          <a:bodyPr wrap="square">
            <a:normAutofit/>
          </a:bodyPr>
          <a:lstStyle/>
          <a:p>
            <a:pPr algn="l"/>
            <a:r>
              <a:rPr lang="en-US">
                <a:solidFill>
                  <a:schemeClr val="bg1"/>
                </a:solidFill>
              </a:rPr>
              <a:t>Thank you for your time!</a:t>
            </a:r>
          </a:p>
          <a:p>
            <a:pPr algn="l"/>
            <a:r>
              <a:rPr lang="en-US">
                <a:solidFill>
                  <a:schemeClr val="bg1"/>
                </a:solidFill>
              </a:rPr>
              <a:t>We are open to questions and feedback.</a:t>
            </a:r>
            <a:endParaRPr lang="en-IN">
              <a:solidFill>
                <a:schemeClr val="bg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1579200-569C-441E-840B-B8541A01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4840" y="3637714"/>
            <a:ext cx="10479782" cy="2198910"/>
            <a:chOff x="839281" y="3610818"/>
            <a:chExt cx="10479782" cy="219891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BEB88F5-C5AF-4DC0-A8DF-1B82416403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33341">
              <a:off x="839281" y="3610819"/>
              <a:ext cx="10479782" cy="2198909"/>
            </a:xfrm>
            <a:custGeom>
              <a:avLst/>
              <a:gdLst>
                <a:gd name="connsiteX0" fmla="*/ 10461499 w 10479782"/>
                <a:gd name="connsiteY0" fmla="*/ 0 h 2198909"/>
                <a:gd name="connsiteX1" fmla="*/ 10479782 w 10479782"/>
                <a:gd name="connsiteY1" fmla="*/ 268945 h 2198909"/>
                <a:gd name="connsiteX2" fmla="*/ 10440826 w 10479782"/>
                <a:gd name="connsiteY2" fmla="*/ 322737 h 2198909"/>
                <a:gd name="connsiteX3" fmla="*/ 10411022 w 10479782"/>
                <a:gd name="connsiteY3" fmla="*/ 357725 h 2198909"/>
                <a:gd name="connsiteX4" fmla="*/ 10329570 w 10479782"/>
                <a:gd name="connsiteY4" fmla="*/ 401597 h 2198909"/>
                <a:gd name="connsiteX5" fmla="*/ 10257560 w 10479782"/>
                <a:gd name="connsiteY5" fmla="*/ 434548 h 2198909"/>
                <a:gd name="connsiteX6" fmla="*/ 10205356 w 10479782"/>
                <a:gd name="connsiteY6" fmla="*/ 471018 h 2198909"/>
                <a:gd name="connsiteX7" fmla="*/ 10161298 w 10479782"/>
                <a:gd name="connsiteY7" fmla="*/ 504523 h 2198909"/>
                <a:gd name="connsiteX8" fmla="*/ 10061519 w 10479782"/>
                <a:gd name="connsiteY8" fmla="*/ 591159 h 2198909"/>
                <a:gd name="connsiteX9" fmla="*/ 9951004 w 10479782"/>
                <a:gd name="connsiteY9" fmla="*/ 664281 h 2198909"/>
                <a:gd name="connsiteX10" fmla="*/ 9862146 w 10479782"/>
                <a:gd name="connsiteY10" fmla="*/ 753878 h 2198909"/>
                <a:gd name="connsiteX11" fmla="*/ 9825493 w 10479782"/>
                <a:gd name="connsiteY11" fmla="*/ 802378 h 2198909"/>
                <a:gd name="connsiteX12" fmla="*/ 9748484 w 10479782"/>
                <a:gd name="connsiteY12" fmla="*/ 835515 h 2198909"/>
                <a:gd name="connsiteX13" fmla="*/ 9664995 w 10479782"/>
                <a:gd name="connsiteY13" fmla="*/ 887348 h 2198909"/>
                <a:gd name="connsiteX14" fmla="*/ 9605757 w 10479782"/>
                <a:gd name="connsiteY14" fmla="*/ 938809 h 2198909"/>
                <a:gd name="connsiteX15" fmla="*/ 9560035 w 10479782"/>
                <a:gd name="connsiteY15" fmla="*/ 973242 h 2198909"/>
                <a:gd name="connsiteX16" fmla="*/ 9495427 w 10479782"/>
                <a:gd name="connsiteY16" fmla="*/ 1007860 h 2198909"/>
                <a:gd name="connsiteX17" fmla="*/ 9430637 w 10479782"/>
                <a:gd name="connsiteY17" fmla="*/ 1053214 h 2198909"/>
                <a:gd name="connsiteX18" fmla="*/ 9399167 w 10479782"/>
                <a:gd name="connsiteY18" fmla="*/ 1081166 h 2198909"/>
                <a:gd name="connsiteX19" fmla="*/ 9338262 w 10479782"/>
                <a:gd name="connsiteY19" fmla="*/ 1127630 h 2198909"/>
                <a:gd name="connsiteX20" fmla="*/ 9275507 w 10479782"/>
                <a:gd name="connsiteY20" fmla="*/ 1170948 h 2198909"/>
                <a:gd name="connsiteX21" fmla="*/ 9157587 w 10479782"/>
                <a:gd name="connsiteY21" fmla="*/ 1220560 h 2198909"/>
                <a:gd name="connsiteX22" fmla="*/ 9050218 w 10479782"/>
                <a:gd name="connsiteY22" fmla="*/ 1293496 h 2198909"/>
                <a:gd name="connsiteX23" fmla="*/ 8965064 w 10479782"/>
                <a:gd name="connsiteY23" fmla="*/ 1346810 h 2198909"/>
                <a:gd name="connsiteX24" fmla="*/ 8915452 w 10479782"/>
                <a:gd name="connsiteY24" fmla="*/ 1381799 h 2198909"/>
                <a:gd name="connsiteX25" fmla="*/ 8824374 w 10479782"/>
                <a:gd name="connsiteY25" fmla="*/ 1459917 h 2198909"/>
                <a:gd name="connsiteX26" fmla="*/ 8683128 w 10479782"/>
                <a:gd name="connsiteY26" fmla="*/ 1542110 h 2198909"/>
                <a:gd name="connsiteX27" fmla="*/ 8597789 w 10479782"/>
                <a:gd name="connsiteY27" fmla="*/ 1586538 h 2198909"/>
                <a:gd name="connsiteX28" fmla="*/ 8414152 w 10479782"/>
                <a:gd name="connsiteY28" fmla="*/ 1653552 h 2198909"/>
                <a:gd name="connsiteX29" fmla="*/ 8354914 w 10479782"/>
                <a:gd name="connsiteY29" fmla="*/ 1677432 h 2198909"/>
                <a:gd name="connsiteX30" fmla="*/ 8287162 w 10479782"/>
                <a:gd name="connsiteY30" fmla="*/ 1693166 h 2198909"/>
                <a:gd name="connsiteX31" fmla="*/ 8178313 w 10479782"/>
                <a:gd name="connsiteY31" fmla="*/ 1730375 h 2198909"/>
                <a:gd name="connsiteX32" fmla="*/ 7965797 w 10479782"/>
                <a:gd name="connsiteY32" fmla="*/ 1794426 h 2198909"/>
                <a:gd name="connsiteX33" fmla="*/ 7919147 w 10479782"/>
                <a:gd name="connsiteY33" fmla="*/ 1804237 h 2198909"/>
                <a:gd name="connsiteX34" fmla="*/ 7800300 w 10479782"/>
                <a:gd name="connsiteY34" fmla="*/ 1845519 h 2198909"/>
                <a:gd name="connsiteX35" fmla="*/ 7729030 w 10479782"/>
                <a:gd name="connsiteY35" fmla="*/ 1873286 h 2198909"/>
                <a:gd name="connsiteX36" fmla="*/ 7669977 w 10479782"/>
                <a:gd name="connsiteY36" fmla="*/ 1889207 h 2198909"/>
                <a:gd name="connsiteX37" fmla="*/ 7617775 w 10479782"/>
                <a:gd name="connsiteY37" fmla="*/ 1896611 h 2198909"/>
                <a:gd name="connsiteX38" fmla="*/ 7480416 w 10479782"/>
                <a:gd name="connsiteY38" fmla="*/ 1933264 h 2198909"/>
                <a:gd name="connsiteX39" fmla="*/ 7425622 w 10479782"/>
                <a:gd name="connsiteY39" fmla="*/ 1947704 h 2198909"/>
                <a:gd name="connsiteX40" fmla="*/ 7283451 w 10479782"/>
                <a:gd name="connsiteY40" fmla="*/ 1997316 h 2198909"/>
                <a:gd name="connsiteX41" fmla="*/ 7162938 w 10479782"/>
                <a:gd name="connsiteY41" fmla="*/ 2030081 h 2198909"/>
                <a:gd name="connsiteX42" fmla="*/ 7112588 w 10479782"/>
                <a:gd name="connsiteY42" fmla="*/ 2045816 h 2198909"/>
                <a:gd name="connsiteX43" fmla="*/ 6997443 w 10479782"/>
                <a:gd name="connsiteY43" fmla="*/ 2072103 h 2198909"/>
                <a:gd name="connsiteX44" fmla="*/ 6932282 w 10479782"/>
                <a:gd name="connsiteY44" fmla="*/ 2090616 h 2198909"/>
                <a:gd name="connsiteX45" fmla="*/ 6773265 w 10479782"/>
                <a:gd name="connsiteY45" fmla="*/ 2111533 h 2198909"/>
                <a:gd name="connsiteX46" fmla="*/ 6609064 w 10479782"/>
                <a:gd name="connsiteY46" fmla="*/ 2131711 h 2198909"/>
                <a:gd name="connsiteX47" fmla="*/ 6518913 w 10479782"/>
                <a:gd name="connsiteY47" fmla="*/ 2138375 h 2198909"/>
                <a:gd name="connsiteX48" fmla="*/ 6440239 w 10479782"/>
                <a:gd name="connsiteY48" fmla="*/ 2148928 h 2198909"/>
                <a:gd name="connsiteX49" fmla="*/ 6371744 w 10479782"/>
                <a:gd name="connsiteY49" fmla="*/ 2155592 h 2198909"/>
                <a:gd name="connsiteX50" fmla="*/ 6262710 w 10479782"/>
                <a:gd name="connsiteY50" fmla="*/ 2169105 h 2198909"/>
                <a:gd name="connsiteX51" fmla="*/ 6217357 w 10479782"/>
                <a:gd name="connsiteY51" fmla="*/ 2172623 h 2198909"/>
                <a:gd name="connsiteX52" fmla="*/ 6110358 w 10479782"/>
                <a:gd name="connsiteY52" fmla="*/ 2172437 h 2198909"/>
                <a:gd name="connsiteX53" fmla="*/ 6073149 w 10479782"/>
                <a:gd name="connsiteY53" fmla="*/ 2170587 h 2198909"/>
                <a:gd name="connsiteX54" fmla="*/ 6001508 w 10479782"/>
                <a:gd name="connsiteY54" fmla="*/ 2147632 h 2198909"/>
                <a:gd name="connsiteX55" fmla="*/ 5992994 w 10479782"/>
                <a:gd name="connsiteY55" fmla="*/ 2145966 h 2198909"/>
                <a:gd name="connsiteX56" fmla="*/ 5945973 w 10479782"/>
                <a:gd name="connsiteY56" fmla="*/ 2136894 h 2198909"/>
                <a:gd name="connsiteX57" fmla="*/ 5920240 w 10479782"/>
                <a:gd name="connsiteY57" fmla="*/ 2133932 h 2198909"/>
                <a:gd name="connsiteX58" fmla="*/ 5822498 w 10479782"/>
                <a:gd name="connsiteY58" fmla="*/ 2115051 h 2198909"/>
                <a:gd name="connsiteX59" fmla="*/ 5766224 w 10479782"/>
                <a:gd name="connsiteY59" fmla="*/ 2106165 h 2198909"/>
                <a:gd name="connsiteX60" fmla="*/ 5720684 w 10479782"/>
                <a:gd name="connsiteY60" fmla="*/ 2107461 h 2198909"/>
                <a:gd name="connsiteX61" fmla="*/ 5640713 w 10479782"/>
                <a:gd name="connsiteY61" fmla="*/ 2109127 h 2198909"/>
                <a:gd name="connsiteX62" fmla="*/ 5615165 w 10479782"/>
                <a:gd name="connsiteY62" fmla="*/ 2113386 h 2198909"/>
                <a:gd name="connsiteX63" fmla="*/ 5499652 w 10479782"/>
                <a:gd name="connsiteY63" fmla="*/ 2101167 h 2198909"/>
                <a:gd name="connsiteX64" fmla="*/ 5433750 w 10479782"/>
                <a:gd name="connsiteY64" fmla="*/ 2100242 h 2198909"/>
                <a:gd name="connsiteX65" fmla="*/ 5359518 w 10479782"/>
                <a:gd name="connsiteY65" fmla="*/ 2085061 h 2198909"/>
                <a:gd name="connsiteX66" fmla="*/ 5337859 w 10479782"/>
                <a:gd name="connsiteY66" fmla="*/ 2085801 h 2198909"/>
                <a:gd name="connsiteX67" fmla="*/ 5313608 w 10479782"/>
                <a:gd name="connsiteY67" fmla="*/ 2087098 h 2198909"/>
                <a:gd name="connsiteX68" fmla="*/ 5239190 w 10479782"/>
                <a:gd name="connsiteY68" fmla="*/ 2088209 h 2198909"/>
                <a:gd name="connsiteX69" fmla="*/ 5194022 w 10479782"/>
                <a:gd name="connsiteY69" fmla="*/ 2093762 h 2198909"/>
                <a:gd name="connsiteX70" fmla="*/ 5107944 w 10479782"/>
                <a:gd name="connsiteY70" fmla="*/ 2090431 h 2198909"/>
                <a:gd name="connsiteX71" fmla="*/ 5076101 w 10479782"/>
                <a:gd name="connsiteY71" fmla="*/ 2095243 h 2198909"/>
                <a:gd name="connsiteX72" fmla="*/ 4995576 w 10479782"/>
                <a:gd name="connsiteY72" fmla="*/ 2095799 h 2198909"/>
                <a:gd name="connsiteX73" fmla="*/ 4923380 w 10479782"/>
                <a:gd name="connsiteY73" fmla="*/ 2093021 h 2198909"/>
                <a:gd name="connsiteX74" fmla="*/ 4853775 w 10479782"/>
                <a:gd name="connsiteY74" fmla="*/ 2094502 h 2198909"/>
                <a:gd name="connsiteX75" fmla="*/ 4803979 w 10479782"/>
                <a:gd name="connsiteY75" fmla="*/ 2100611 h 2198909"/>
                <a:gd name="connsiteX76" fmla="*/ 4749925 w 10479782"/>
                <a:gd name="connsiteY76" fmla="*/ 2104313 h 2198909"/>
                <a:gd name="connsiteX77" fmla="*/ 4600905 w 10479782"/>
                <a:gd name="connsiteY77" fmla="*/ 2126343 h 2198909"/>
                <a:gd name="connsiteX78" fmla="*/ 4573322 w 10479782"/>
                <a:gd name="connsiteY78" fmla="*/ 2120975 h 2198909"/>
                <a:gd name="connsiteX79" fmla="*/ 4416711 w 10479782"/>
                <a:gd name="connsiteY79" fmla="*/ 2115976 h 2198909"/>
                <a:gd name="connsiteX80" fmla="*/ 4382651 w 10479782"/>
                <a:gd name="connsiteY80" fmla="*/ 2116347 h 2198909"/>
                <a:gd name="connsiteX81" fmla="*/ 4291200 w 10479782"/>
                <a:gd name="connsiteY81" fmla="*/ 2094502 h 2198909"/>
                <a:gd name="connsiteX82" fmla="*/ 4150141 w 10479782"/>
                <a:gd name="connsiteY82" fmla="*/ 2129120 h 2198909"/>
                <a:gd name="connsiteX83" fmla="*/ 4018151 w 10479782"/>
                <a:gd name="connsiteY83" fmla="*/ 2172437 h 2198909"/>
                <a:gd name="connsiteX84" fmla="*/ 4001491 w 10479782"/>
                <a:gd name="connsiteY84" fmla="*/ 2177991 h 2198909"/>
                <a:gd name="connsiteX85" fmla="*/ 3954101 w 10479782"/>
                <a:gd name="connsiteY85" fmla="*/ 2187433 h 2198909"/>
                <a:gd name="connsiteX86" fmla="*/ 3895419 w 10479782"/>
                <a:gd name="connsiteY86" fmla="*/ 2190764 h 2198909"/>
                <a:gd name="connsiteX87" fmla="*/ 3821000 w 10479782"/>
                <a:gd name="connsiteY87" fmla="*/ 2198909 h 2198909"/>
                <a:gd name="connsiteX88" fmla="*/ 3761394 w 10479782"/>
                <a:gd name="connsiteY88" fmla="*/ 2188727 h 2198909"/>
                <a:gd name="connsiteX89" fmla="*/ 3678089 w 10479782"/>
                <a:gd name="connsiteY89" fmla="*/ 2173548 h 2198909"/>
                <a:gd name="connsiteX90" fmla="*/ 3599599 w 10479782"/>
                <a:gd name="connsiteY90" fmla="*/ 2159108 h 2198909"/>
                <a:gd name="connsiteX91" fmla="*/ 3574795 w 10479782"/>
                <a:gd name="connsiteY91" fmla="*/ 2176139 h 2198909"/>
                <a:gd name="connsiteX92" fmla="*/ 3536474 w 10479782"/>
                <a:gd name="connsiteY92" fmla="*/ 2190949 h 2198909"/>
                <a:gd name="connsiteX93" fmla="*/ 3493898 w 10479782"/>
                <a:gd name="connsiteY93" fmla="*/ 2173177 h 2198909"/>
                <a:gd name="connsiteX94" fmla="*/ 3394304 w 10479782"/>
                <a:gd name="connsiteY94" fmla="*/ 2136340 h 2198909"/>
                <a:gd name="connsiteX95" fmla="*/ 3331364 w 10479782"/>
                <a:gd name="connsiteY95" fmla="*/ 2134672 h 2198909"/>
                <a:gd name="connsiteX96" fmla="*/ 3194561 w 10479782"/>
                <a:gd name="connsiteY96" fmla="*/ 2118938 h 2198909"/>
                <a:gd name="connsiteX97" fmla="*/ 3105150 w 10479782"/>
                <a:gd name="connsiteY97" fmla="*/ 2096539 h 2198909"/>
                <a:gd name="connsiteX98" fmla="*/ 3040916 w 10479782"/>
                <a:gd name="connsiteY98" fmla="*/ 2071178 h 2198909"/>
                <a:gd name="connsiteX99" fmla="*/ 2948911 w 10479782"/>
                <a:gd name="connsiteY99" fmla="*/ 2038042 h 2198909"/>
                <a:gd name="connsiteX100" fmla="*/ 2856536 w 10479782"/>
                <a:gd name="connsiteY100" fmla="*/ 2020826 h 2198909"/>
                <a:gd name="connsiteX101" fmla="*/ 2789709 w 10479782"/>
                <a:gd name="connsiteY101" fmla="*/ 1999166 h 2198909"/>
                <a:gd name="connsiteX102" fmla="*/ 2708071 w 10479782"/>
                <a:gd name="connsiteY102" fmla="*/ 1984356 h 2198909"/>
                <a:gd name="connsiteX103" fmla="*/ 2639578 w 10479782"/>
                <a:gd name="connsiteY103" fmla="*/ 1983803 h 2198909"/>
                <a:gd name="connsiteX104" fmla="*/ 2532209 w 10479782"/>
                <a:gd name="connsiteY104" fmla="*/ 1986393 h 2198909"/>
                <a:gd name="connsiteX105" fmla="*/ 2400776 w 10479782"/>
                <a:gd name="connsiteY105" fmla="*/ 1941596 h 2198909"/>
                <a:gd name="connsiteX106" fmla="*/ 2347647 w 10479782"/>
                <a:gd name="connsiteY106" fmla="*/ 1931598 h 2198909"/>
                <a:gd name="connsiteX107" fmla="*/ 2297664 w 10479782"/>
                <a:gd name="connsiteY107" fmla="*/ 1926971 h 2198909"/>
                <a:gd name="connsiteX108" fmla="*/ 2191592 w 10479782"/>
                <a:gd name="connsiteY108" fmla="*/ 1897167 h 2198909"/>
                <a:gd name="connsiteX109" fmla="*/ 2148460 w 10479782"/>
                <a:gd name="connsiteY109" fmla="*/ 1887355 h 2198909"/>
                <a:gd name="connsiteX110" fmla="*/ 2088110 w 10479782"/>
                <a:gd name="connsiteY110" fmla="*/ 1887541 h 2198909"/>
                <a:gd name="connsiteX111" fmla="*/ 1978335 w 10479782"/>
                <a:gd name="connsiteY111" fmla="*/ 1873842 h 2198909"/>
                <a:gd name="connsiteX112" fmla="*/ 1868746 w 10479782"/>
                <a:gd name="connsiteY112" fmla="*/ 1833856 h 2198909"/>
                <a:gd name="connsiteX113" fmla="*/ 1822281 w 10479782"/>
                <a:gd name="connsiteY113" fmla="*/ 1837743 h 2198909"/>
                <a:gd name="connsiteX114" fmla="*/ 1805620 w 10479782"/>
                <a:gd name="connsiteY114" fmla="*/ 1836818 h 2198909"/>
                <a:gd name="connsiteX115" fmla="*/ 1655861 w 10479782"/>
                <a:gd name="connsiteY115" fmla="*/ 1814789 h 2198909"/>
                <a:gd name="connsiteX116" fmla="*/ 1640864 w 10479782"/>
                <a:gd name="connsiteY116" fmla="*/ 1812383 h 2198909"/>
                <a:gd name="connsiteX117" fmla="*/ 1570522 w 10479782"/>
                <a:gd name="connsiteY117" fmla="*/ 1792761 h 2198909"/>
                <a:gd name="connsiteX118" fmla="*/ 1393176 w 10479782"/>
                <a:gd name="connsiteY118" fmla="*/ 1780542 h 2198909"/>
                <a:gd name="connsiteX119" fmla="*/ 1382255 w 10479782"/>
                <a:gd name="connsiteY119" fmla="*/ 1779061 h 2198909"/>
                <a:gd name="connsiteX120" fmla="*/ 1322831 w 10479782"/>
                <a:gd name="connsiteY120" fmla="*/ 1788872 h 2198909"/>
                <a:gd name="connsiteX121" fmla="*/ 1293399 w 10479782"/>
                <a:gd name="connsiteY121" fmla="*/ 1802756 h 2198909"/>
                <a:gd name="connsiteX122" fmla="*/ 1247489 w 10479782"/>
                <a:gd name="connsiteY122" fmla="*/ 1817197 h 2198909"/>
                <a:gd name="connsiteX123" fmla="*/ 1200839 w 10479782"/>
                <a:gd name="connsiteY123" fmla="*/ 1822564 h 2198909"/>
                <a:gd name="connsiteX124" fmla="*/ 1122534 w 10479782"/>
                <a:gd name="connsiteY124" fmla="*/ 1800720 h 2198909"/>
                <a:gd name="connsiteX125" fmla="*/ 1094027 w 10479782"/>
                <a:gd name="connsiteY125" fmla="*/ 1798498 h 2198909"/>
                <a:gd name="connsiteX126" fmla="*/ 1030531 w 10479782"/>
                <a:gd name="connsiteY126" fmla="*/ 1787947 h 2198909"/>
                <a:gd name="connsiteX127" fmla="*/ 974995 w 10479782"/>
                <a:gd name="connsiteY127" fmla="*/ 1788687 h 2198909"/>
                <a:gd name="connsiteX128" fmla="*/ 930382 w 10479782"/>
                <a:gd name="connsiteY128" fmla="*/ 1805534 h 2198909"/>
                <a:gd name="connsiteX129" fmla="*/ 865590 w 10479782"/>
                <a:gd name="connsiteY129" fmla="*/ 1808865 h 2198909"/>
                <a:gd name="connsiteX130" fmla="*/ 823752 w 10479782"/>
                <a:gd name="connsiteY130" fmla="*/ 1796648 h 2198909"/>
                <a:gd name="connsiteX131" fmla="*/ 815238 w 10479782"/>
                <a:gd name="connsiteY131" fmla="*/ 1794982 h 2198909"/>
                <a:gd name="connsiteX132" fmla="*/ 705832 w 10479782"/>
                <a:gd name="connsiteY132" fmla="*/ 1794240 h 2198909"/>
                <a:gd name="connsiteX133" fmla="*/ 569216 w 10479782"/>
                <a:gd name="connsiteY133" fmla="*/ 1831079 h 2198909"/>
                <a:gd name="connsiteX134" fmla="*/ 546631 w 10479782"/>
                <a:gd name="connsiteY134" fmla="*/ 1838854 h 2198909"/>
                <a:gd name="connsiteX135" fmla="*/ 436485 w 10479782"/>
                <a:gd name="connsiteY135" fmla="*/ 1852368 h 2198909"/>
                <a:gd name="connsiteX136" fmla="*/ 377434 w 10479782"/>
                <a:gd name="connsiteY136" fmla="*/ 1866067 h 2198909"/>
                <a:gd name="connsiteX137" fmla="*/ 334855 w 10479782"/>
                <a:gd name="connsiteY137" fmla="*/ 1866808 h 2198909"/>
                <a:gd name="connsiteX138" fmla="*/ 283396 w 10479782"/>
                <a:gd name="connsiteY138" fmla="*/ 1891057 h 2198909"/>
                <a:gd name="connsiteX139" fmla="*/ 266547 w 10479782"/>
                <a:gd name="connsiteY139" fmla="*/ 1901610 h 2198909"/>
                <a:gd name="connsiteX140" fmla="*/ 246370 w 10479782"/>
                <a:gd name="connsiteY140" fmla="*/ 1907903 h 2198909"/>
                <a:gd name="connsiteX141" fmla="*/ 154923 w 10479782"/>
                <a:gd name="connsiteY141" fmla="*/ 1927896 h 2198909"/>
                <a:gd name="connsiteX142" fmla="*/ 138630 w 10479782"/>
                <a:gd name="connsiteY142" fmla="*/ 1939188 h 2198909"/>
                <a:gd name="connsiteX143" fmla="*/ 127708 w 10479782"/>
                <a:gd name="connsiteY143" fmla="*/ 1946223 h 2198909"/>
                <a:gd name="connsiteX144" fmla="*/ 38853 w 10479782"/>
                <a:gd name="connsiteY144" fmla="*/ 1958071 h 2198909"/>
                <a:gd name="connsiteX145" fmla="*/ 35679 w 10479782"/>
                <a:gd name="connsiteY145" fmla="*/ 1958561 h 2198909"/>
                <a:gd name="connsiteX146" fmla="*/ 0 w 10479782"/>
                <a:gd name="connsiteY146" fmla="*/ 1433717 h 2198909"/>
                <a:gd name="connsiteX147" fmla="*/ 42184 w 10479782"/>
                <a:gd name="connsiteY147" fmla="*/ 1423079 h 2198909"/>
                <a:gd name="connsiteX148" fmla="*/ 164178 w 10479782"/>
                <a:gd name="connsiteY148" fmla="*/ 1425856 h 2198909"/>
                <a:gd name="connsiteX149" fmla="*/ 250628 w 10479782"/>
                <a:gd name="connsiteY149" fmla="*/ 1422338 h 2198909"/>
                <a:gd name="connsiteX150" fmla="*/ 298019 w 10479782"/>
                <a:gd name="connsiteY150" fmla="*/ 1403642 h 2198909"/>
                <a:gd name="connsiteX151" fmla="*/ 331894 w 10479782"/>
                <a:gd name="connsiteY151" fmla="*/ 1405494 h 2198909"/>
                <a:gd name="connsiteX152" fmla="*/ 395574 w 10479782"/>
                <a:gd name="connsiteY152" fmla="*/ 1418822 h 2198909"/>
                <a:gd name="connsiteX153" fmla="*/ 597169 w 10479782"/>
                <a:gd name="connsiteY153" fmla="*/ 1434557 h 2198909"/>
                <a:gd name="connsiteX154" fmla="*/ 679362 w 10479782"/>
                <a:gd name="connsiteY154" fmla="*/ 1409936 h 2198909"/>
                <a:gd name="connsiteX155" fmla="*/ 703982 w 10479782"/>
                <a:gd name="connsiteY155" fmla="*/ 1409381 h 2198909"/>
                <a:gd name="connsiteX156" fmla="*/ 759147 w 10479782"/>
                <a:gd name="connsiteY156" fmla="*/ 1419007 h 2198909"/>
                <a:gd name="connsiteX157" fmla="*/ 872994 w 10479782"/>
                <a:gd name="connsiteY157" fmla="*/ 1412527 h 2198909"/>
                <a:gd name="connsiteX158" fmla="*/ 915017 w 10479782"/>
                <a:gd name="connsiteY158" fmla="*/ 1402716 h 2198909"/>
                <a:gd name="connsiteX159" fmla="*/ 938341 w 10479782"/>
                <a:gd name="connsiteY159" fmla="*/ 1396421 h 2198909"/>
                <a:gd name="connsiteX160" fmla="*/ 1058113 w 10479782"/>
                <a:gd name="connsiteY160" fmla="*/ 1379021 h 2198909"/>
                <a:gd name="connsiteX161" fmla="*/ 1111427 w 10479782"/>
                <a:gd name="connsiteY161" fmla="*/ 1360325 h 2198909"/>
                <a:gd name="connsiteX162" fmla="*/ 1125867 w 10479782"/>
                <a:gd name="connsiteY162" fmla="*/ 1357548 h 2198909"/>
                <a:gd name="connsiteX163" fmla="*/ 1204911 w 10479782"/>
                <a:gd name="connsiteY163" fmla="*/ 1365321 h 2198909"/>
                <a:gd name="connsiteX164" fmla="*/ 1264149 w 10479782"/>
                <a:gd name="connsiteY164" fmla="*/ 1395496 h 2198909"/>
                <a:gd name="connsiteX165" fmla="*/ 1275627 w 10479782"/>
                <a:gd name="connsiteY165" fmla="*/ 1405679 h 2198909"/>
                <a:gd name="connsiteX166" fmla="*/ 1440752 w 10479782"/>
                <a:gd name="connsiteY166" fmla="*/ 1402160 h 2198909"/>
                <a:gd name="connsiteX167" fmla="*/ 1466113 w 10479782"/>
                <a:gd name="connsiteY167" fmla="*/ 1397903 h 2198909"/>
                <a:gd name="connsiteX168" fmla="*/ 1588663 w 10479782"/>
                <a:gd name="connsiteY168" fmla="*/ 1415674 h 2198909"/>
                <a:gd name="connsiteX169" fmla="*/ 1624390 w 10479782"/>
                <a:gd name="connsiteY169" fmla="*/ 1419192 h 2198909"/>
                <a:gd name="connsiteX170" fmla="*/ 1752492 w 10479782"/>
                <a:gd name="connsiteY170" fmla="*/ 1435112 h 2198909"/>
                <a:gd name="connsiteX171" fmla="*/ 1770632 w 10479782"/>
                <a:gd name="connsiteY171" fmla="*/ 1420303 h 2198909"/>
                <a:gd name="connsiteX172" fmla="*/ 1822836 w 10479782"/>
                <a:gd name="connsiteY172" fmla="*/ 1383093 h 2198909"/>
                <a:gd name="connsiteX173" fmla="*/ 1925762 w 10479782"/>
                <a:gd name="connsiteY173" fmla="*/ 1350143 h 2198909"/>
                <a:gd name="connsiteX174" fmla="*/ 1953716 w 10479782"/>
                <a:gd name="connsiteY174" fmla="*/ 1351993 h 2198909"/>
                <a:gd name="connsiteX175" fmla="*/ 2024430 w 10479782"/>
                <a:gd name="connsiteY175" fmla="*/ 1406975 h 2198909"/>
                <a:gd name="connsiteX176" fmla="*/ 2058863 w 10479782"/>
                <a:gd name="connsiteY176" fmla="*/ 1429002 h 2198909"/>
                <a:gd name="connsiteX177" fmla="*/ 2156605 w 10479782"/>
                <a:gd name="connsiteY177" fmla="*/ 1469544 h 2198909"/>
                <a:gd name="connsiteX178" fmla="*/ 2164750 w 10479782"/>
                <a:gd name="connsiteY178" fmla="*/ 1476948 h 2198909"/>
                <a:gd name="connsiteX179" fmla="*/ 2236945 w 10479782"/>
                <a:gd name="connsiteY179" fmla="*/ 1564880 h 2198909"/>
                <a:gd name="connsiteX180" fmla="*/ 2253235 w 10479782"/>
                <a:gd name="connsiteY180" fmla="*/ 1579874 h 2198909"/>
                <a:gd name="connsiteX181" fmla="*/ 2272859 w 10479782"/>
                <a:gd name="connsiteY181" fmla="*/ 1603200 h 2198909"/>
                <a:gd name="connsiteX182" fmla="*/ 2334132 w 10479782"/>
                <a:gd name="connsiteY182" fmla="*/ 1648369 h 2198909"/>
                <a:gd name="connsiteX183" fmla="*/ 2410031 w 10479782"/>
                <a:gd name="connsiteY183" fmla="*/ 1662807 h 2198909"/>
                <a:gd name="connsiteX184" fmla="*/ 2501665 w 10479782"/>
                <a:gd name="connsiteY184" fmla="*/ 1684837 h 2198909"/>
                <a:gd name="connsiteX185" fmla="*/ 2539985 w 10479782"/>
                <a:gd name="connsiteY185" fmla="*/ 1699646 h 2198909"/>
                <a:gd name="connsiteX186" fmla="*/ 2642724 w 10479782"/>
                <a:gd name="connsiteY186" fmla="*/ 1727784 h 2198909"/>
                <a:gd name="connsiteX187" fmla="*/ 2716031 w 10479782"/>
                <a:gd name="connsiteY187" fmla="*/ 1751479 h 2198909"/>
                <a:gd name="connsiteX188" fmla="*/ 2821734 w 10479782"/>
                <a:gd name="connsiteY188" fmla="*/ 1765363 h 2198909"/>
                <a:gd name="connsiteX189" fmla="*/ 2873011 w 10479782"/>
                <a:gd name="connsiteY189" fmla="*/ 1765917 h 2198909"/>
                <a:gd name="connsiteX190" fmla="*/ 2967236 w 10479782"/>
                <a:gd name="connsiteY190" fmla="*/ 1837003 h 2198909"/>
                <a:gd name="connsiteX191" fmla="*/ 3042395 w 10479782"/>
                <a:gd name="connsiteY191" fmla="*/ 1884024 h 2198909"/>
                <a:gd name="connsiteX192" fmla="*/ 3121440 w 10479782"/>
                <a:gd name="connsiteY192" fmla="*/ 1861254 h 2198909"/>
                <a:gd name="connsiteX193" fmla="*/ 3142914 w 10479782"/>
                <a:gd name="connsiteY193" fmla="*/ 1839780 h 2198909"/>
                <a:gd name="connsiteX194" fmla="*/ 3272497 w 10479782"/>
                <a:gd name="connsiteY194" fmla="*/ 1819418 h 2198909"/>
                <a:gd name="connsiteX195" fmla="*/ 3457615 w 10479782"/>
                <a:gd name="connsiteY195" fmla="*/ 1818677 h 2198909"/>
                <a:gd name="connsiteX196" fmla="*/ 3765467 w 10479782"/>
                <a:gd name="connsiteY196" fmla="*/ 1772397 h 2198909"/>
                <a:gd name="connsiteX197" fmla="*/ 3819150 w 10479782"/>
                <a:gd name="connsiteY197" fmla="*/ 1750923 h 2198909"/>
                <a:gd name="connsiteX198" fmla="*/ 3879498 w 10479782"/>
                <a:gd name="connsiteY198" fmla="*/ 1745555 h 2198909"/>
                <a:gd name="connsiteX199" fmla="*/ 3902639 w 10479782"/>
                <a:gd name="connsiteY199" fmla="*/ 1758699 h 2198909"/>
                <a:gd name="connsiteX200" fmla="*/ 4003898 w 10479782"/>
                <a:gd name="connsiteY200" fmla="*/ 1778321 h 2198909"/>
                <a:gd name="connsiteX201" fmla="*/ 4023152 w 10479782"/>
                <a:gd name="connsiteY201" fmla="*/ 1778692 h 2198909"/>
                <a:gd name="connsiteX202" fmla="*/ 4089054 w 10479782"/>
                <a:gd name="connsiteY202" fmla="*/ 1770360 h 2198909"/>
                <a:gd name="connsiteX203" fmla="*/ 4150142 w 10479782"/>
                <a:gd name="connsiteY203" fmla="*/ 1765548 h 2198909"/>
                <a:gd name="connsiteX204" fmla="*/ 4304160 w 10479782"/>
                <a:gd name="connsiteY204" fmla="*/ 1781283 h 2198909"/>
                <a:gd name="connsiteX205" fmla="*/ 4422267 w 10479782"/>
                <a:gd name="connsiteY205" fmla="*/ 1777580 h 2198909"/>
                <a:gd name="connsiteX206" fmla="*/ 4476691 w 10479782"/>
                <a:gd name="connsiteY206" fmla="*/ 1781282 h 2198909"/>
                <a:gd name="connsiteX207" fmla="*/ 4507419 w 10479782"/>
                <a:gd name="connsiteY207" fmla="*/ 1786837 h 2198909"/>
                <a:gd name="connsiteX208" fmla="*/ 4577023 w 10479782"/>
                <a:gd name="connsiteY208" fmla="*/ 1825526 h 2198909"/>
                <a:gd name="connsiteX209" fmla="*/ 4615158 w 10479782"/>
                <a:gd name="connsiteY209" fmla="*/ 1834227 h 2198909"/>
                <a:gd name="connsiteX210" fmla="*/ 4729932 w 10479782"/>
                <a:gd name="connsiteY210" fmla="*/ 1833487 h 2198909"/>
                <a:gd name="connsiteX211" fmla="*/ 4902090 w 10479782"/>
                <a:gd name="connsiteY211" fmla="*/ 1775174 h 2198909"/>
                <a:gd name="connsiteX212" fmla="*/ 4920048 w 10479782"/>
                <a:gd name="connsiteY212" fmla="*/ 1767398 h 2198909"/>
                <a:gd name="connsiteX213" fmla="*/ 5007609 w 10479782"/>
                <a:gd name="connsiteY213" fmla="*/ 1757772 h 2198909"/>
                <a:gd name="connsiteX214" fmla="*/ 5067031 w 10479782"/>
                <a:gd name="connsiteY214" fmla="*/ 1770916 h 2198909"/>
                <a:gd name="connsiteX215" fmla="*/ 5147929 w 10479782"/>
                <a:gd name="connsiteY215" fmla="*/ 1798129 h 2198909"/>
                <a:gd name="connsiteX216" fmla="*/ 5220680 w 10479782"/>
                <a:gd name="connsiteY216" fmla="*/ 1820899 h 2198909"/>
                <a:gd name="connsiteX217" fmla="*/ 5273623 w 10479782"/>
                <a:gd name="connsiteY217" fmla="*/ 1846629 h 2198909"/>
                <a:gd name="connsiteX218" fmla="*/ 5394691 w 10479782"/>
                <a:gd name="connsiteY218" fmla="*/ 1865512 h 2198909"/>
                <a:gd name="connsiteX219" fmla="*/ 5407280 w 10479782"/>
                <a:gd name="connsiteY219" fmla="*/ 1868658 h 2198909"/>
                <a:gd name="connsiteX220" fmla="*/ 5498358 w 10479782"/>
                <a:gd name="connsiteY220" fmla="*/ 1845704 h 2198909"/>
                <a:gd name="connsiteX221" fmla="*/ 5607761 w 10479782"/>
                <a:gd name="connsiteY221" fmla="*/ 1822380 h 2198909"/>
                <a:gd name="connsiteX222" fmla="*/ 5646821 w 10479782"/>
                <a:gd name="connsiteY222" fmla="*/ 1830338 h 2198909"/>
                <a:gd name="connsiteX223" fmla="*/ 5700320 w 10479782"/>
                <a:gd name="connsiteY223" fmla="*/ 1841632 h 2198909"/>
                <a:gd name="connsiteX224" fmla="*/ 5749931 w 10479782"/>
                <a:gd name="connsiteY224" fmla="*/ 1835708 h 2198909"/>
                <a:gd name="connsiteX225" fmla="*/ 5780107 w 10479782"/>
                <a:gd name="connsiteY225" fmla="*/ 1835153 h 2198909"/>
                <a:gd name="connsiteX226" fmla="*/ 5917835 w 10479782"/>
                <a:gd name="connsiteY226" fmla="*/ 1904386 h 2198909"/>
                <a:gd name="connsiteX227" fmla="*/ 5952821 w 10479782"/>
                <a:gd name="connsiteY227" fmla="*/ 1910125 h 2198909"/>
                <a:gd name="connsiteX228" fmla="*/ 5972630 w 10479782"/>
                <a:gd name="connsiteY228" fmla="*/ 1918641 h 2198909"/>
                <a:gd name="connsiteX229" fmla="*/ 6092032 w 10479782"/>
                <a:gd name="connsiteY229" fmla="*/ 2004536 h 2198909"/>
                <a:gd name="connsiteX230" fmla="*/ 6142754 w 10479782"/>
                <a:gd name="connsiteY230" fmla="*/ 2021936 h 2198909"/>
                <a:gd name="connsiteX231" fmla="*/ 6198473 w 10479782"/>
                <a:gd name="connsiteY231" fmla="*/ 2018418 h 2198909"/>
                <a:gd name="connsiteX232" fmla="*/ 6230685 w 10479782"/>
                <a:gd name="connsiteY232" fmla="*/ 2012125 h 2198909"/>
                <a:gd name="connsiteX233" fmla="*/ 6310656 w 10479782"/>
                <a:gd name="connsiteY233" fmla="*/ 1957515 h 2198909"/>
                <a:gd name="connsiteX234" fmla="*/ 6356194 w 10479782"/>
                <a:gd name="connsiteY234" fmla="*/ 1959367 h 2198909"/>
                <a:gd name="connsiteX235" fmla="*/ 6427279 w 10479782"/>
                <a:gd name="connsiteY235" fmla="*/ 1996945 h 2198909"/>
                <a:gd name="connsiteX236" fmla="*/ 6556307 w 10479782"/>
                <a:gd name="connsiteY236" fmla="*/ 2013791 h 2198909"/>
                <a:gd name="connsiteX237" fmla="*/ 6621839 w 10479782"/>
                <a:gd name="connsiteY237" fmla="*/ 1961217 h 2198909"/>
                <a:gd name="connsiteX238" fmla="*/ 6655715 w 10479782"/>
                <a:gd name="connsiteY238" fmla="*/ 1910681 h 2198909"/>
                <a:gd name="connsiteX239" fmla="*/ 6753644 w 10479782"/>
                <a:gd name="connsiteY239" fmla="*/ 1851999 h 2198909"/>
                <a:gd name="connsiteX240" fmla="*/ 6776969 w 10479782"/>
                <a:gd name="connsiteY240" fmla="*/ 1873841 h 2198909"/>
                <a:gd name="connsiteX241" fmla="*/ 6848795 w 10479782"/>
                <a:gd name="connsiteY241" fmla="*/ 1883099 h 2198909"/>
                <a:gd name="connsiteX242" fmla="*/ 6926543 w 10479782"/>
                <a:gd name="connsiteY242" fmla="*/ 1882358 h 2198909"/>
                <a:gd name="connsiteX243" fmla="*/ 7062050 w 10479782"/>
                <a:gd name="connsiteY243" fmla="*/ 1892169 h 2198909"/>
                <a:gd name="connsiteX244" fmla="*/ 7152202 w 10479782"/>
                <a:gd name="connsiteY244" fmla="*/ 1836078 h 2198909"/>
                <a:gd name="connsiteX245" fmla="*/ 7186635 w 10479782"/>
                <a:gd name="connsiteY245" fmla="*/ 1812938 h 2198909"/>
                <a:gd name="connsiteX246" fmla="*/ 7218845 w 10479782"/>
                <a:gd name="connsiteY246" fmla="*/ 1798129 h 2198909"/>
                <a:gd name="connsiteX247" fmla="*/ 7256055 w 10479782"/>
                <a:gd name="connsiteY247" fmla="*/ 1789799 h 2198909"/>
                <a:gd name="connsiteX248" fmla="*/ 7345837 w 10479782"/>
                <a:gd name="connsiteY248" fmla="*/ 1758328 h 2198909"/>
                <a:gd name="connsiteX249" fmla="*/ 7395078 w 10479782"/>
                <a:gd name="connsiteY249" fmla="*/ 1727413 h 2198909"/>
                <a:gd name="connsiteX250" fmla="*/ 7505779 w 10479782"/>
                <a:gd name="connsiteY250" fmla="*/ 1697609 h 2198909"/>
                <a:gd name="connsiteX251" fmla="*/ 7581123 w 10479782"/>
                <a:gd name="connsiteY251" fmla="*/ 1670952 h 2198909"/>
                <a:gd name="connsiteX252" fmla="*/ 7660538 w 10479782"/>
                <a:gd name="connsiteY252" fmla="*/ 1625043 h 2198909"/>
                <a:gd name="connsiteX253" fmla="*/ 7671645 w 10479782"/>
                <a:gd name="connsiteY253" fmla="*/ 1618009 h 2198909"/>
                <a:gd name="connsiteX254" fmla="*/ 7698302 w 10479782"/>
                <a:gd name="connsiteY254" fmla="*/ 1587834 h 2198909"/>
                <a:gd name="connsiteX255" fmla="*/ 7736991 w 10479782"/>
                <a:gd name="connsiteY255" fmla="*/ 1483984 h 2198909"/>
                <a:gd name="connsiteX256" fmla="*/ 7748098 w 10479782"/>
                <a:gd name="connsiteY256" fmla="*/ 1462879 h 2198909"/>
                <a:gd name="connsiteX257" fmla="*/ 7848987 w 10479782"/>
                <a:gd name="connsiteY257" fmla="*/ 1391794 h 2198909"/>
                <a:gd name="connsiteX258" fmla="*/ 7886382 w 10479782"/>
                <a:gd name="connsiteY258" fmla="*/ 1398458 h 2198909"/>
                <a:gd name="connsiteX259" fmla="*/ 7927662 w 10479782"/>
                <a:gd name="connsiteY259" fmla="*/ 1421784 h 2198909"/>
                <a:gd name="connsiteX260" fmla="*/ 8018186 w 10479782"/>
                <a:gd name="connsiteY260" fmla="*/ 1427893 h 2198909"/>
                <a:gd name="connsiteX261" fmla="*/ 8052063 w 10479782"/>
                <a:gd name="connsiteY261" fmla="*/ 1415860 h 2198909"/>
                <a:gd name="connsiteX262" fmla="*/ 8111299 w 10479782"/>
                <a:gd name="connsiteY262" fmla="*/ 1383464 h 2198909"/>
                <a:gd name="connsiteX263" fmla="*/ 8157024 w 10479782"/>
                <a:gd name="connsiteY263" fmla="*/ 1333297 h 2198909"/>
                <a:gd name="connsiteX264" fmla="*/ 8223482 w 10479782"/>
                <a:gd name="connsiteY264" fmla="*/ 1250364 h 2198909"/>
                <a:gd name="connsiteX265" fmla="*/ 8351027 w 10479782"/>
                <a:gd name="connsiteY265" fmla="*/ 1218708 h 2198909"/>
                <a:gd name="connsiteX266" fmla="*/ 8400085 w 10479782"/>
                <a:gd name="connsiteY266" fmla="*/ 1208157 h 2198909"/>
                <a:gd name="connsiteX267" fmla="*/ 8578539 w 10479782"/>
                <a:gd name="connsiteY267" fmla="*/ 1163913 h 2198909"/>
                <a:gd name="connsiteX268" fmla="*/ 8594087 w 10479782"/>
                <a:gd name="connsiteY268" fmla="*/ 1162432 h 2198909"/>
                <a:gd name="connsiteX269" fmla="*/ 8717746 w 10479782"/>
                <a:gd name="connsiteY269" fmla="*/ 1111526 h 2198909"/>
                <a:gd name="connsiteX270" fmla="*/ 8747550 w 10479782"/>
                <a:gd name="connsiteY270" fmla="*/ 1098936 h 2198909"/>
                <a:gd name="connsiteX271" fmla="*/ 8784019 w 10479782"/>
                <a:gd name="connsiteY271" fmla="*/ 1066727 h 2198909"/>
                <a:gd name="connsiteX272" fmla="*/ 8817712 w 10479782"/>
                <a:gd name="connsiteY272" fmla="*/ 975833 h 2198909"/>
                <a:gd name="connsiteX273" fmla="*/ 8857141 w 10479782"/>
                <a:gd name="connsiteY273" fmla="*/ 934367 h 2198909"/>
                <a:gd name="connsiteX274" fmla="*/ 8885835 w 10479782"/>
                <a:gd name="connsiteY274" fmla="*/ 909191 h 2198909"/>
                <a:gd name="connsiteX275" fmla="*/ 8911009 w 10479782"/>
                <a:gd name="connsiteY275" fmla="*/ 871057 h 2198909"/>
                <a:gd name="connsiteX276" fmla="*/ 8936185 w 10479782"/>
                <a:gd name="connsiteY276" fmla="*/ 779794 h 2198909"/>
                <a:gd name="connsiteX277" fmla="*/ 8974877 w 10479782"/>
                <a:gd name="connsiteY277" fmla="*/ 698896 h 2198909"/>
                <a:gd name="connsiteX278" fmla="*/ 9044481 w 10479782"/>
                <a:gd name="connsiteY278" fmla="*/ 654099 h 2198909"/>
                <a:gd name="connsiteX279" fmla="*/ 9087613 w 10479782"/>
                <a:gd name="connsiteY279" fmla="*/ 630588 h 2198909"/>
                <a:gd name="connsiteX280" fmla="*/ 9258478 w 10479782"/>
                <a:gd name="connsiteY280" fmla="*/ 654284 h 2198909"/>
                <a:gd name="connsiteX281" fmla="*/ 9375101 w 10479782"/>
                <a:gd name="connsiteY281" fmla="*/ 677423 h 2198909"/>
                <a:gd name="connsiteX282" fmla="*/ 9413421 w 10479782"/>
                <a:gd name="connsiteY282" fmla="*/ 668537 h 2198909"/>
                <a:gd name="connsiteX283" fmla="*/ 9521715 w 10479782"/>
                <a:gd name="connsiteY283" fmla="*/ 593009 h 2198909"/>
                <a:gd name="connsiteX284" fmla="*/ 9628714 w 10479782"/>
                <a:gd name="connsiteY284" fmla="*/ 559319 h 2198909"/>
                <a:gd name="connsiteX285" fmla="*/ 9709239 w 10479782"/>
                <a:gd name="connsiteY285" fmla="*/ 549692 h 2198909"/>
                <a:gd name="connsiteX286" fmla="*/ 9778472 w 10479782"/>
                <a:gd name="connsiteY286" fmla="*/ 542288 h 2198909"/>
                <a:gd name="connsiteX287" fmla="*/ 9861592 w 10479782"/>
                <a:gd name="connsiteY287" fmla="*/ 521554 h 2198909"/>
                <a:gd name="connsiteX288" fmla="*/ 9908613 w 10479782"/>
                <a:gd name="connsiteY288" fmla="*/ 498969 h 2198909"/>
                <a:gd name="connsiteX289" fmla="*/ 9983398 w 10479782"/>
                <a:gd name="connsiteY289" fmla="*/ 466574 h 2198909"/>
                <a:gd name="connsiteX290" fmla="*/ 10060038 w 10479782"/>
                <a:gd name="connsiteY290" fmla="*/ 424553 h 2198909"/>
                <a:gd name="connsiteX291" fmla="*/ 10118905 w 10479782"/>
                <a:gd name="connsiteY291" fmla="*/ 365684 h 2198909"/>
                <a:gd name="connsiteX292" fmla="*/ 10150561 w 10479782"/>
                <a:gd name="connsiteY292" fmla="*/ 316072 h 2198909"/>
                <a:gd name="connsiteX293" fmla="*/ 10243306 w 10479782"/>
                <a:gd name="connsiteY293" fmla="*/ 244987 h 2198909"/>
                <a:gd name="connsiteX294" fmla="*/ 10327164 w 10479782"/>
                <a:gd name="connsiteY294" fmla="*/ 110961 h 2198909"/>
                <a:gd name="connsiteX295" fmla="*/ 10379738 w 10479782"/>
                <a:gd name="connsiteY295" fmla="*/ 55241 h 2198909"/>
                <a:gd name="connsiteX296" fmla="*/ 10409541 w 10479782"/>
                <a:gd name="connsiteY296" fmla="*/ 39507 h 2198909"/>
                <a:gd name="connsiteX297" fmla="*/ 10460263 w 10479782"/>
                <a:gd name="connsiteY297" fmla="*/ 817 h 2198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</a:cxnLst>
              <a:rect l="l" t="t" r="r" b="b"/>
              <a:pathLst>
                <a:path w="10479782" h="2198909">
                  <a:moveTo>
                    <a:pt x="10461499" y="0"/>
                  </a:moveTo>
                  <a:lnTo>
                    <a:pt x="10479782" y="268945"/>
                  </a:lnTo>
                  <a:lnTo>
                    <a:pt x="10440826" y="322737"/>
                  </a:lnTo>
                  <a:cubicBezTo>
                    <a:pt x="10431756" y="335140"/>
                    <a:pt x="10423424" y="349765"/>
                    <a:pt x="10411022" y="357725"/>
                  </a:cubicBezTo>
                  <a:cubicBezTo>
                    <a:pt x="10385290" y="374385"/>
                    <a:pt x="10357152" y="387898"/>
                    <a:pt x="10329570" y="401597"/>
                  </a:cubicBezTo>
                  <a:cubicBezTo>
                    <a:pt x="10305875" y="413260"/>
                    <a:pt x="10280699" y="421960"/>
                    <a:pt x="10257560" y="434548"/>
                  </a:cubicBezTo>
                  <a:cubicBezTo>
                    <a:pt x="10239048" y="444545"/>
                    <a:pt x="10222571" y="458429"/>
                    <a:pt x="10205356" y="471018"/>
                  </a:cubicBezTo>
                  <a:cubicBezTo>
                    <a:pt x="10190361" y="481938"/>
                    <a:pt x="10173886" y="491379"/>
                    <a:pt x="10161298" y="504523"/>
                  </a:cubicBezTo>
                  <a:cubicBezTo>
                    <a:pt x="10130568" y="536364"/>
                    <a:pt x="10099653" y="567648"/>
                    <a:pt x="10061519" y="591159"/>
                  </a:cubicBezTo>
                  <a:cubicBezTo>
                    <a:pt x="10023940" y="614483"/>
                    <a:pt x="9988397" y="640586"/>
                    <a:pt x="9951004" y="664281"/>
                  </a:cubicBezTo>
                  <a:cubicBezTo>
                    <a:pt x="9914350" y="687420"/>
                    <a:pt x="9881213" y="712781"/>
                    <a:pt x="9862146" y="753878"/>
                  </a:cubicBezTo>
                  <a:cubicBezTo>
                    <a:pt x="9853631" y="772019"/>
                    <a:pt x="9841599" y="791827"/>
                    <a:pt x="9825493" y="802378"/>
                  </a:cubicBezTo>
                  <a:cubicBezTo>
                    <a:pt x="9802538" y="817372"/>
                    <a:pt x="9773475" y="822742"/>
                    <a:pt x="9748484" y="835515"/>
                  </a:cubicBezTo>
                  <a:cubicBezTo>
                    <a:pt x="9719050" y="850509"/>
                    <a:pt x="9684990" y="863468"/>
                    <a:pt x="9664995" y="887348"/>
                  </a:cubicBezTo>
                  <a:cubicBezTo>
                    <a:pt x="9647224" y="908637"/>
                    <a:pt x="9629268" y="925296"/>
                    <a:pt x="9605757" y="938809"/>
                  </a:cubicBezTo>
                  <a:cubicBezTo>
                    <a:pt x="9589282" y="948251"/>
                    <a:pt x="9577066" y="965466"/>
                    <a:pt x="9560035" y="973242"/>
                  </a:cubicBezTo>
                  <a:cubicBezTo>
                    <a:pt x="9537636" y="983609"/>
                    <a:pt x="9515050" y="991754"/>
                    <a:pt x="9495427" y="1007860"/>
                  </a:cubicBezTo>
                  <a:cubicBezTo>
                    <a:pt x="9475065" y="1024520"/>
                    <a:pt x="9451926" y="1037663"/>
                    <a:pt x="9430637" y="1053214"/>
                  </a:cubicBezTo>
                  <a:cubicBezTo>
                    <a:pt x="9419345" y="1061543"/>
                    <a:pt x="9410088" y="1072466"/>
                    <a:pt x="9399167" y="1081166"/>
                  </a:cubicBezTo>
                  <a:cubicBezTo>
                    <a:pt x="9379175" y="1097086"/>
                    <a:pt x="9358811" y="1112636"/>
                    <a:pt x="9338262" y="1127630"/>
                  </a:cubicBezTo>
                  <a:cubicBezTo>
                    <a:pt x="9317715" y="1142626"/>
                    <a:pt x="9298092" y="1160026"/>
                    <a:pt x="9275507" y="1170948"/>
                  </a:cubicBezTo>
                  <a:cubicBezTo>
                    <a:pt x="9237004" y="1189460"/>
                    <a:pt x="9194982" y="1200568"/>
                    <a:pt x="9157587" y="1220560"/>
                  </a:cubicBezTo>
                  <a:cubicBezTo>
                    <a:pt x="9119638" y="1240922"/>
                    <a:pt x="9083911" y="1266470"/>
                    <a:pt x="9050218" y="1293496"/>
                  </a:cubicBezTo>
                  <a:cubicBezTo>
                    <a:pt x="9023561" y="1314785"/>
                    <a:pt x="8998572" y="1335890"/>
                    <a:pt x="8965064" y="1346810"/>
                  </a:cubicBezTo>
                  <a:cubicBezTo>
                    <a:pt x="8946367" y="1352920"/>
                    <a:pt x="8926746" y="1366249"/>
                    <a:pt x="8915452" y="1381799"/>
                  </a:cubicBezTo>
                  <a:cubicBezTo>
                    <a:pt x="8891017" y="1415674"/>
                    <a:pt x="8859732" y="1439555"/>
                    <a:pt x="8824374" y="1459917"/>
                  </a:cubicBezTo>
                  <a:cubicBezTo>
                    <a:pt x="8777169" y="1487315"/>
                    <a:pt x="8730519" y="1515268"/>
                    <a:pt x="8683128" y="1542110"/>
                  </a:cubicBezTo>
                  <a:cubicBezTo>
                    <a:pt x="8655177" y="1558031"/>
                    <a:pt x="8627410" y="1574875"/>
                    <a:pt x="8597789" y="1586538"/>
                  </a:cubicBezTo>
                  <a:cubicBezTo>
                    <a:pt x="8537257" y="1610604"/>
                    <a:pt x="8475242" y="1631151"/>
                    <a:pt x="8414152" y="1653552"/>
                  </a:cubicBezTo>
                  <a:cubicBezTo>
                    <a:pt x="8394160" y="1660770"/>
                    <a:pt x="8375278" y="1671137"/>
                    <a:pt x="8354914" y="1677432"/>
                  </a:cubicBezTo>
                  <a:cubicBezTo>
                    <a:pt x="8332885" y="1684281"/>
                    <a:pt x="8309192" y="1686317"/>
                    <a:pt x="8287162" y="1693166"/>
                  </a:cubicBezTo>
                  <a:cubicBezTo>
                    <a:pt x="8250508" y="1704458"/>
                    <a:pt x="8214965" y="1718898"/>
                    <a:pt x="8178313" y="1730375"/>
                  </a:cubicBezTo>
                  <a:cubicBezTo>
                    <a:pt x="8107597" y="1752404"/>
                    <a:pt x="8036696" y="1773509"/>
                    <a:pt x="7965797" y="1794426"/>
                  </a:cubicBezTo>
                  <a:cubicBezTo>
                    <a:pt x="7950618" y="1798869"/>
                    <a:pt x="7934141" y="1799425"/>
                    <a:pt x="7919147" y="1804237"/>
                  </a:cubicBezTo>
                  <a:cubicBezTo>
                    <a:pt x="7879346" y="1817196"/>
                    <a:pt x="7839730" y="1831264"/>
                    <a:pt x="7800300" y="1845519"/>
                  </a:cubicBezTo>
                  <a:cubicBezTo>
                    <a:pt x="7776421" y="1854220"/>
                    <a:pt x="7753095" y="1864956"/>
                    <a:pt x="7729030" y="1873286"/>
                  </a:cubicBezTo>
                  <a:cubicBezTo>
                    <a:pt x="7709778" y="1879950"/>
                    <a:pt x="7689970" y="1885133"/>
                    <a:pt x="7669977" y="1889207"/>
                  </a:cubicBezTo>
                  <a:cubicBezTo>
                    <a:pt x="7652762" y="1892725"/>
                    <a:pt x="7634806" y="1892354"/>
                    <a:pt x="7617775" y="1896611"/>
                  </a:cubicBezTo>
                  <a:cubicBezTo>
                    <a:pt x="7571679" y="1908088"/>
                    <a:pt x="7526141" y="1921047"/>
                    <a:pt x="7480416" y="1933264"/>
                  </a:cubicBezTo>
                  <a:cubicBezTo>
                    <a:pt x="7462091" y="1938078"/>
                    <a:pt x="7443393" y="1941596"/>
                    <a:pt x="7425622" y="1947704"/>
                  </a:cubicBezTo>
                  <a:cubicBezTo>
                    <a:pt x="7378046" y="1963810"/>
                    <a:pt x="7331212" y="1982135"/>
                    <a:pt x="7283451" y="1997316"/>
                  </a:cubicBezTo>
                  <a:cubicBezTo>
                    <a:pt x="7243837" y="2009904"/>
                    <a:pt x="7203111" y="2018974"/>
                    <a:pt x="7162938" y="2030081"/>
                  </a:cubicBezTo>
                  <a:cubicBezTo>
                    <a:pt x="7145908" y="2034895"/>
                    <a:pt x="7129617" y="2041744"/>
                    <a:pt x="7112588" y="2045816"/>
                  </a:cubicBezTo>
                  <a:cubicBezTo>
                    <a:pt x="7074453" y="2055073"/>
                    <a:pt x="7035763" y="2062847"/>
                    <a:pt x="6997443" y="2072103"/>
                  </a:cubicBezTo>
                  <a:cubicBezTo>
                    <a:pt x="6975599" y="2077471"/>
                    <a:pt x="6954496" y="2087098"/>
                    <a:pt x="6932282" y="2090616"/>
                  </a:cubicBezTo>
                  <a:cubicBezTo>
                    <a:pt x="6879523" y="2098945"/>
                    <a:pt x="6826394" y="2104869"/>
                    <a:pt x="6773265" y="2111533"/>
                  </a:cubicBezTo>
                  <a:cubicBezTo>
                    <a:pt x="6718472" y="2118382"/>
                    <a:pt x="6663862" y="2125602"/>
                    <a:pt x="6609064" y="2131711"/>
                  </a:cubicBezTo>
                  <a:cubicBezTo>
                    <a:pt x="6579076" y="2134859"/>
                    <a:pt x="6548901" y="2135413"/>
                    <a:pt x="6518913" y="2138375"/>
                  </a:cubicBezTo>
                  <a:cubicBezTo>
                    <a:pt x="6492626" y="2140967"/>
                    <a:pt x="6466524" y="2145780"/>
                    <a:pt x="6440239" y="2148928"/>
                  </a:cubicBezTo>
                  <a:cubicBezTo>
                    <a:pt x="6417469" y="2151519"/>
                    <a:pt x="6394514" y="2153000"/>
                    <a:pt x="6371744" y="2155592"/>
                  </a:cubicBezTo>
                  <a:cubicBezTo>
                    <a:pt x="6335276" y="2159848"/>
                    <a:pt x="6298993" y="2164663"/>
                    <a:pt x="6262710" y="2169105"/>
                  </a:cubicBezTo>
                  <a:cubicBezTo>
                    <a:pt x="6247532" y="2170771"/>
                    <a:pt x="6231610" y="2175399"/>
                    <a:pt x="6217357" y="2172623"/>
                  </a:cubicBezTo>
                  <a:cubicBezTo>
                    <a:pt x="6181442" y="2165588"/>
                    <a:pt x="6146085" y="2167624"/>
                    <a:pt x="6110358" y="2172437"/>
                  </a:cubicBezTo>
                  <a:cubicBezTo>
                    <a:pt x="6098141" y="2174104"/>
                    <a:pt x="6084997" y="2173733"/>
                    <a:pt x="6073149" y="2170587"/>
                  </a:cubicBezTo>
                  <a:cubicBezTo>
                    <a:pt x="6048898" y="2164291"/>
                    <a:pt x="6025389" y="2155406"/>
                    <a:pt x="6001508" y="2147632"/>
                  </a:cubicBezTo>
                  <a:cubicBezTo>
                    <a:pt x="5998915" y="2146707"/>
                    <a:pt x="5995769" y="2146520"/>
                    <a:pt x="5992994" y="2145966"/>
                  </a:cubicBezTo>
                  <a:cubicBezTo>
                    <a:pt x="5977257" y="2142818"/>
                    <a:pt x="5961709" y="2139671"/>
                    <a:pt x="5945973" y="2136894"/>
                  </a:cubicBezTo>
                  <a:cubicBezTo>
                    <a:pt x="5937458" y="2135413"/>
                    <a:pt x="5928757" y="2135228"/>
                    <a:pt x="5920240" y="2133932"/>
                  </a:cubicBezTo>
                  <a:cubicBezTo>
                    <a:pt x="5887290" y="2128749"/>
                    <a:pt x="5851007" y="2137450"/>
                    <a:pt x="5822498" y="2115051"/>
                  </a:cubicBezTo>
                  <a:cubicBezTo>
                    <a:pt x="5803987" y="2100611"/>
                    <a:pt x="5786030" y="2103944"/>
                    <a:pt x="5766224" y="2106165"/>
                  </a:cubicBezTo>
                  <a:cubicBezTo>
                    <a:pt x="5751228" y="2107831"/>
                    <a:pt x="5735863" y="2107275"/>
                    <a:pt x="5720684" y="2107461"/>
                  </a:cubicBezTo>
                  <a:cubicBezTo>
                    <a:pt x="5694027" y="2108016"/>
                    <a:pt x="5667370" y="2108202"/>
                    <a:pt x="5640713" y="2109127"/>
                  </a:cubicBezTo>
                  <a:cubicBezTo>
                    <a:pt x="5632196" y="2109497"/>
                    <a:pt x="5623498" y="2114126"/>
                    <a:pt x="5615165" y="2113386"/>
                  </a:cubicBezTo>
                  <a:cubicBezTo>
                    <a:pt x="5576661" y="2109868"/>
                    <a:pt x="5538157" y="2104313"/>
                    <a:pt x="5499652" y="2101167"/>
                  </a:cubicBezTo>
                  <a:cubicBezTo>
                    <a:pt x="5477809" y="2099316"/>
                    <a:pt x="5455409" y="2102832"/>
                    <a:pt x="5433750" y="2100242"/>
                  </a:cubicBezTo>
                  <a:cubicBezTo>
                    <a:pt x="5408761" y="2097280"/>
                    <a:pt x="5384325" y="2089690"/>
                    <a:pt x="5359518" y="2085061"/>
                  </a:cubicBezTo>
                  <a:cubicBezTo>
                    <a:pt x="5352669" y="2083767"/>
                    <a:pt x="5345080" y="2085432"/>
                    <a:pt x="5337859" y="2085801"/>
                  </a:cubicBezTo>
                  <a:cubicBezTo>
                    <a:pt x="5329714" y="2086172"/>
                    <a:pt x="5321754" y="2086913"/>
                    <a:pt x="5313608" y="2087098"/>
                  </a:cubicBezTo>
                  <a:cubicBezTo>
                    <a:pt x="5288802" y="2087469"/>
                    <a:pt x="5263997" y="2086913"/>
                    <a:pt x="5239190" y="2088209"/>
                  </a:cubicBezTo>
                  <a:cubicBezTo>
                    <a:pt x="5224011" y="2088950"/>
                    <a:pt x="5208092" y="2096539"/>
                    <a:pt x="5194022" y="2093762"/>
                  </a:cubicBezTo>
                  <a:cubicBezTo>
                    <a:pt x="5165329" y="2088394"/>
                    <a:pt x="5136636" y="2100426"/>
                    <a:pt x="5107944" y="2090431"/>
                  </a:cubicBezTo>
                  <a:cubicBezTo>
                    <a:pt x="5099057" y="2087469"/>
                    <a:pt x="5086840" y="2094874"/>
                    <a:pt x="5076101" y="2095243"/>
                  </a:cubicBezTo>
                  <a:cubicBezTo>
                    <a:pt x="5049260" y="2096168"/>
                    <a:pt x="5022419" y="2095983"/>
                    <a:pt x="4995576" y="2095799"/>
                  </a:cubicBezTo>
                  <a:cubicBezTo>
                    <a:pt x="4971510" y="2095614"/>
                    <a:pt x="4946519" y="2098205"/>
                    <a:pt x="4923380" y="2093021"/>
                  </a:cubicBezTo>
                  <a:cubicBezTo>
                    <a:pt x="4899129" y="2087468"/>
                    <a:pt x="4877286" y="2088209"/>
                    <a:pt x="4853775" y="2094502"/>
                  </a:cubicBezTo>
                  <a:cubicBezTo>
                    <a:pt x="4837670" y="2098760"/>
                    <a:pt x="4820639" y="2099316"/>
                    <a:pt x="4803979" y="2100611"/>
                  </a:cubicBezTo>
                  <a:cubicBezTo>
                    <a:pt x="4786023" y="2102092"/>
                    <a:pt x="4766215" y="2098205"/>
                    <a:pt x="4749925" y="2104313"/>
                  </a:cubicBezTo>
                  <a:cubicBezTo>
                    <a:pt x="4701422" y="2122456"/>
                    <a:pt x="4651626" y="2126343"/>
                    <a:pt x="4600905" y="2126343"/>
                  </a:cubicBezTo>
                  <a:cubicBezTo>
                    <a:pt x="4591648" y="2126343"/>
                    <a:pt x="4582206" y="2123752"/>
                    <a:pt x="4573322" y="2120975"/>
                  </a:cubicBezTo>
                  <a:cubicBezTo>
                    <a:pt x="4521488" y="2104313"/>
                    <a:pt x="4469470" y="2105794"/>
                    <a:pt x="4416711" y="2115976"/>
                  </a:cubicBezTo>
                  <a:cubicBezTo>
                    <a:pt x="4405789" y="2118198"/>
                    <a:pt x="4393572" y="2118569"/>
                    <a:pt x="4382651" y="2116347"/>
                  </a:cubicBezTo>
                  <a:cubicBezTo>
                    <a:pt x="4351919" y="2109868"/>
                    <a:pt x="4322116" y="2099130"/>
                    <a:pt x="4291200" y="2094502"/>
                  </a:cubicBezTo>
                  <a:cubicBezTo>
                    <a:pt x="4240110" y="2086913"/>
                    <a:pt x="4195867" y="2112458"/>
                    <a:pt x="4150141" y="2129120"/>
                  </a:cubicBezTo>
                  <a:cubicBezTo>
                    <a:pt x="4106639" y="2144854"/>
                    <a:pt x="4069615" y="2180397"/>
                    <a:pt x="4018151" y="2172437"/>
                  </a:cubicBezTo>
                  <a:cubicBezTo>
                    <a:pt x="4012969" y="2171696"/>
                    <a:pt x="4007231" y="2176695"/>
                    <a:pt x="4001491" y="2177991"/>
                  </a:cubicBezTo>
                  <a:cubicBezTo>
                    <a:pt x="3985757" y="2181509"/>
                    <a:pt x="3970022" y="2185765"/>
                    <a:pt x="3954101" y="2187433"/>
                  </a:cubicBezTo>
                  <a:cubicBezTo>
                    <a:pt x="3934664" y="2189654"/>
                    <a:pt x="3914857" y="2188913"/>
                    <a:pt x="3895419" y="2190764"/>
                  </a:cubicBezTo>
                  <a:cubicBezTo>
                    <a:pt x="3870427" y="2192985"/>
                    <a:pt x="3845808" y="2198909"/>
                    <a:pt x="3821000" y="2198909"/>
                  </a:cubicBezTo>
                  <a:cubicBezTo>
                    <a:pt x="3801008" y="2198909"/>
                    <a:pt x="3781199" y="2192060"/>
                    <a:pt x="3761394" y="2188727"/>
                  </a:cubicBezTo>
                  <a:cubicBezTo>
                    <a:pt x="3733440" y="2184100"/>
                    <a:pt x="3702710" y="2185396"/>
                    <a:pt x="3678089" y="2173548"/>
                  </a:cubicBezTo>
                  <a:cubicBezTo>
                    <a:pt x="3651803" y="2160960"/>
                    <a:pt x="3626812" y="2155221"/>
                    <a:pt x="3599599" y="2159108"/>
                  </a:cubicBezTo>
                  <a:cubicBezTo>
                    <a:pt x="3590529" y="2160404"/>
                    <a:pt x="3578866" y="2168180"/>
                    <a:pt x="3574795" y="2176139"/>
                  </a:cubicBezTo>
                  <a:cubicBezTo>
                    <a:pt x="3565722" y="2193910"/>
                    <a:pt x="3553321" y="2197059"/>
                    <a:pt x="3536474" y="2190949"/>
                  </a:cubicBezTo>
                  <a:cubicBezTo>
                    <a:pt x="3521850" y="2185765"/>
                    <a:pt x="3503894" y="2183174"/>
                    <a:pt x="3493898" y="2173177"/>
                  </a:cubicBezTo>
                  <a:cubicBezTo>
                    <a:pt x="3465573" y="2144855"/>
                    <a:pt x="3429475" y="2143929"/>
                    <a:pt x="3394304" y="2136340"/>
                  </a:cubicBezTo>
                  <a:cubicBezTo>
                    <a:pt x="3372832" y="2131711"/>
                    <a:pt x="3352837" y="2131526"/>
                    <a:pt x="3331364" y="2134672"/>
                  </a:cubicBezTo>
                  <a:cubicBezTo>
                    <a:pt x="3284716" y="2141708"/>
                    <a:pt x="3239360" y="2131711"/>
                    <a:pt x="3194561" y="2118938"/>
                  </a:cubicBezTo>
                  <a:cubicBezTo>
                    <a:pt x="3164942" y="2110423"/>
                    <a:pt x="3134583" y="2105240"/>
                    <a:pt x="3105150" y="2096539"/>
                  </a:cubicBezTo>
                  <a:cubicBezTo>
                    <a:pt x="3083120" y="2089875"/>
                    <a:pt x="3061093" y="2081914"/>
                    <a:pt x="3040916" y="2071178"/>
                  </a:cubicBezTo>
                  <a:cubicBezTo>
                    <a:pt x="3011664" y="2055442"/>
                    <a:pt x="2986121" y="2031747"/>
                    <a:pt x="2948911" y="2038042"/>
                  </a:cubicBezTo>
                  <a:cubicBezTo>
                    <a:pt x="2916143" y="2043595"/>
                    <a:pt x="2886526" y="2031933"/>
                    <a:pt x="2856536" y="2020826"/>
                  </a:cubicBezTo>
                  <a:cubicBezTo>
                    <a:pt x="2834507" y="2012681"/>
                    <a:pt x="2812481" y="2004349"/>
                    <a:pt x="2789709" y="1999166"/>
                  </a:cubicBezTo>
                  <a:cubicBezTo>
                    <a:pt x="2762681" y="1993058"/>
                    <a:pt x="2732137" y="1995650"/>
                    <a:pt x="2708071" y="1984356"/>
                  </a:cubicBezTo>
                  <a:cubicBezTo>
                    <a:pt x="2682894" y="1972509"/>
                    <a:pt x="2661979" y="1980470"/>
                    <a:pt x="2639578" y="1983803"/>
                  </a:cubicBezTo>
                  <a:cubicBezTo>
                    <a:pt x="2603850" y="1988986"/>
                    <a:pt x="2568306" y="1998612"/>
                    <a:pt x="2532209" y="1986393"/>
                  </a:cubicBezTo>
                  <a:cubicBezTo>
                    <a:pt x="2488337" y="1971584"/>
                    <a:pt x="2444833" y="1955665"/>
                    <a:pt x="2400776" y="1941596"/>
                  </a:cubicBezTo>
                  <a:cubicBezTo>
                    <a:pt x="2383743" y="1936226"/>
                    <a:pt x="2365420" y="1934004"/>
                    <a:pt x="2347647" y="1931598"/>
                  </a:cubicBezTo>
                  <a:cubicBezTo>
                    <a:pt x="2330802" y="1929562"/>
                    <a:pt x="2310625" y="1934745"/>
                    <a:pt x="2297664" y="1926971"/>
                  </a:cubicBezTo>
                  <a:cubicBezTo>
                    <a:pt x="2264343" y="1906978"/>
                    <a:pt x="2230098" y="1897168"/>
                    <a:pt x="2191592" y="1897167"/>
                  </a:cubicBezTo>
                  <a:cubicBezTo>
                    <a:pt x="2177152" y="1897167"/>
                    <a:pt x="2163082" y="1888836"/>
                    <a:pt x="2148460" y="1887355"/>
                  </a:cubicBezTo>
                  <a:cubicBezTo>
                    <a:pt x="2128465" y="1885505"/>
                    <a:pt x="2105510" y="1880506"/>
                    <a:pt x="2088110" y="1887541"/>
                  </a:cubicBezTo>
                  <a:cubicBezTo>
                    <a:pt x="2047200" y="1904201"/>
                    <a:pt x="2014065" y="1890317"/>
                    <a:pt x="1978335" y="1873842"/>
                  </a:cubicBezTo>
                  <a:cubicBezTo>
                    <a:pt x="1943162" y="1857551"/>
                    <a:pt x="1906138" y="1844594"/>
                    <a:pt x="1868746" y="1833856"/>
                  </a:cubicBezTo>
                  <a:cubicBezTo>
                    <a:pt x="1854677" y="1829969"/>
                    <a:pt x="1837833" y="1836449"/>
                    <a:pt x="1822281" y="1837743"/>
                  </a:cubicBezTo>
                  <a:cubicBezTo>
                    <a:pt x="1816726" y="1838114"/>
                    <a:pt x="1810617" y="1838670"/>
                    <a:pt x="1805620" y="1836818"/>
                  </a:cubicBezTo>
                  <a:cubicBezTo>
                    <a:pt x="1757306" y="1819047"/>
                    <a:pt x="1708248" y="1805534"/>
                    <a:pt x="1655861" y="1814789"/>
                  </a:cubicBezTo>
                  <a:cubicBezTo>
                    <a:pt x="1651049" y="1815716"/>
                    <a:pt x="1645678" y="1813679"/>
                    <a:pt x="1640864" y="1812383"/>
                  </a:cubicBezTo>
                  <a:cubicBezTo>
                    <a:pt x="1617354" y="1805718"/>
                    <a:pt x="1594400" y="1795167"/>
                    <a:pt x="1570522" y="1792761"/>
                  </a:cubicBezTo>
                  <a:cubicBezTo>
                    <a:pt x="1511653" y="1786837"/>
                    <a:pt x="1452417" y="1784429"/>
                    <a:pt x="1393176" y="1780542"/>
                  </a:cubicBezTo>
                  <a:cubicBezTo>
                    <a:pt x="1389473" y="1780357"/>
                    <a:pt x="1385586" y="1780357"/>
                    <a:pt x="1382255" y="1779061"/>
                  </a:cubicBezTo>
                  <a:cubicBezTo>
                    <a:pt x="1360410" y="1771101"/>
                    <a:pt x="1341344" y="1773693"/>
                    <a:pt x="1322831" y="1788872"/>
                  </a:cubicBezTo>
                  <a:cubicBezTo>
                    <a:pt x="1314686" y="1795536"/>
                    <a:pt x="1303578" y="1799054"/>
                    <a:pt x="1293399" y="1802756"/>
                  </a:cubicBezTo>
                  <a:cubicBezTo>
                    <a:pt x="1278402" y="1808311"/>
                    <a:pt x="1263039" y="1813679"/>
                    <a:pt x="1247489" y="1817197"/>
                  </a:cubicBezTo>
                  <a:cubicBezTo>
                    <a:pt x="1232124" y="1820527"/>
                    <a:pt x="1215649" y="1825155"/>
                    <a:pt x="1200839" y="1822564"/>
                  </a:cubicBezTo>
                  <a:cubicBezTo>
                    <a:pt x="1174182" y="1817937"/>
                    <a:pt x="1148820" y="1807570"/>
                    <a:pt x="1122534" y="1800720"/>
                  </a:cubicBezTo>
                  <a:cubicBezTo>
                    <a:pt x="1113464" y="1798313"/>
                    <a:pt x="1103466" y="1798685"/>
                    <a:pt x="1094027" y="1798498"/>
                  </a:cubicBezTo>
                  <a:cubicBezTo>
                    <a:pt x="1072366" y="1797944"/>
                    <a:pt x="1050152" y="1803312"/>
                    <a:pt x="1030531" y="1787947"/>
                  </a:cubicBezTo>
                  <a:cubicBezTo>
                    <a:pt x="1012390" y="1773508"/>
                    <a:pt x="994061" y="1777765"/>
                    <a:pt x="974995" y="1788687"/>
                  </a:cubicBezTo>
                  <a:cubicBezTo>
                    <a:pt x="961296" y="1796463"/>
                    <a:pt x="945747" y="1802571"/>
                    <a:pt x="930382" y="1805534"/>
                  </a:cubicBezTo>
                  <a:cubicBezTo>
                    <a:pt x="909278" y="1809605"/>
                    <a:pt x="888360" y="1811273"/>
                    <a:pt x="865590" y="1808865"/>
                  </a:cubicBezTo>
                  <a:cubicBezTo>
                    <a:pt x="849484" y="1807199"/>
                    <a:pt x="836340" y="1806459"/>
                    <a:pt x="823752" y="1796648"/>
                  </a:cubicBezTo>
                  <a:cubicBezTo>
                    <a:pt x="821717" y="1795167"/>
                    <a:pt x="818015" y="1794796"/>
                    <a:pt x="815238" y="1794982"/>
                  </a:cubicBezTo>
                  <a:cubicBezTo>
                    <a:pt x="778770" y="1798129"/>
                    <a:pt x="742671" y="1796463"/>
                    <a:pt x="705832" y="1794240"/>
                  </a:cubicBezTo>
                  <a:cubicBezTo>
                    <a:pt x="659000" y="1791280"/>
                    <a:pt x="609756" y="1799979"/>
                    <a:pt x="569216" y="1831079"/>
                  </a:cubicBezTo>
                  <a:cubicBezTo>
                    <a:pt x="563292" y="1835708"/>
                    <a:pt x="554407" y="1837743"/>
                    <a:pt x="546631" y="1838854"/>
                  </a:cubicBezTo>
                  <a:cubicBezTo>
                    <a:pt x="509978" y="1843666"/>
                    <a:pt x="473139" y="1847000"/>
                    <a:pt x="436485" y="1852368"/>
                  </a:cubicBezTo>
                  <a:cubicBezTo>
                    <a:pt x="416492" y="1855330"/>
                    <a:pt x="395574" y="1857923"/>
                    <a:pt x="377434" y="1866067"/>
                  </a:cubicBezTo>
                  <a:cubicBezTo>
                    <a:pt x="359664" y="1874026"/>
                    <a:pt x="345407" y="1883468"/>
                    <a:pt x="334855" y="1866808"/>
                  </a:cubicBezTo>
                  <a:cubicBezTo>
                    <a:pt x="315977" y="1875694"/>
                    <a:pt x="299498" y="1883098"/>
                    <a:pt x="283396" y="1891057"/>
                  </a:cubicBezTo>
                  <a:cubicBezTo>
                    <a:pt x="277470" y="1894019"/>
                    <a:pt x="272471" y="1898833"/>
                    <a:pt x="266547" y="1901610"/>
                  </a:cubicBezTo>
                  <a:cubicBezTo>
                    <a:pt x="260252" y="1904572"/>
                    <a:pt x="253219" y="1906422"/>
                    <a:pt x="246370" y="1907903"/>
                  </a:cubicBezTo>
                  <a:cubicBezTo>
                    <a:pt x="215824" y="1914567"/>
                    <a:pt x="185280" y="1920676"/>
                    <a:pt x="154923" y="1927896"/>
                  </a:cubicBezTo>
                  <a:cubicBezTo>
                    <a:pt x="148997" y="1929377"/>
                    <a:pt x="143998" y="1935301"/>
                    <a:pt x="138630" y="1939188"/>
                  </a:cubicBezTo>
                  <a:cubicBezTo>
                    <a:pt x="135113" y="1941780"/>
                    <a:pt x="131597" y="1945668"/>
                    <a:pt x="127708" y="1946223"/>
                  </a:cubicBezTo>
                  <a:cubicBezTo>
                    <a:pt x="98089" y="1950666"/>
                    <a:pt x="68657" y="1955850"/>
                    <a:pt x="38853" y="1958071"/>
                  </a:cubicBezTo>
                  <a:lnTo>
                    <a:pt x="35679" y="1958561"/>
                  </a:lnTo>
                  <a:lnTo>
                    <a:pt x="0" y="1433717"/>
                  </a:lnTo>
                  <a:lnTo>
                    <a:pt x="42184" y="1423079"/>
                  </a:lnTo>
                  <a:cubicBezTo>
                    <a:pt x="83097" y="1411971"/>
                    <a:pt x="123452" y="1411971"/>
                    <a:pt x="164178" y="1425856"/>
                  </a:cubicBezTo>
                  <a:cubicBezTo>
                    <a:pt x="192871" y="1435666"/>
                    <a:pt x="222119" y="1435666"/>
                    <a:pt x="250628" y="1422338"/>
                  </a:cubicBezTo>
                  <a:cubicBezTo>
                    <a:pt x="265992" y="1415120"/>
                    <a:pt x="281728" y="1407715"/>
                    <a:pt x="298019" y="1403642"/>
                  </a:cubicBezTo>
                  <a:cubicBezTo>
                    <a:pt x="308570" y="1401049"/>
                    <a:pt x="320787" y="1403457"/>
                    <a:pt x="331894" y="1405494"/>
                  </a:cubicBezTo>
                  <a:cubicBezTo>
                    <a:pt x="353368" y="1409565"/>
                    <a:pt x="375582" y="1421969"/>
                    <a:pt x="395574" y="1418822"/>
                  </a:cubicBezTo>
                  <a:cubicBezTo>
                    <a:pt x="464625" y="1407715"/>
                    <a:pt x="529786" y="1433816"/>
                    <a:pt x="597169" y="1434557"/>
                  </a:cubicBezTo>
                  <a:cubicBezTo>
                    <a:pt x="627713" y="1434926"/>
                    <a:pt x="657888" y="1440850"/>
                    <a:pt x="679362" y="1409936"/>
                  </a:cubicBezTo>
                  <a:cubicBezTo>
                    <a:pt x="682137" y="1405863"/>
                    <a:pt x="695652" y="1408084"/>
                    <a:pt x="703982" y="1409381"/>
                  </a:cubicBezTo>
                  <a:cubicBezTo>
                    <a:pt x="722494" y="1412158"/>
                    <a:pt x="740821" y="1419191"/>
                    <a:pt x="759147" y="1419007"/>
                  </a:cubicBezTo>
                  <a:cubicBezTo>
                    <a:pt x="797097" y="1418822"/>
                    <a:pt x="835230" y="1415860"/>
                    <a:pt x="872994" y="1412527"/>
                  </a:cubicBezTo>
                  <a:cubicBezTo>
                    <a:pt x="887248" y="1411231"/>
                    <a:pt x="900948" y="1406234"/>
                    <a:pt x="915017" y="1402716"/>
                  </a:cubicBezTo>
                  <a:cubicBezTo>
                    <a:pt x="922791" y="1400680"/>
                    <a:pt x="931123" y="1395312"/>
                    <a:pt x="938341" y="1396421"/>
                  </a:cubicBezTo>
                  <a:cubicBezTo>
                    <a:pt x="980179" y="1402901"/>
                    <a:pt x="1018498" y="1386982"/>
                    <a:pt x="1058113" y="1379021"/>
                  </a:cubicBezTo>
                  <a:cubicBezTo>
                    <a:pt x="1076440" y="1375319"/>
                    <a:pt x="1093655" y="1366433"/>
                    <a:pt x="1111427" y="1360325"/>
                  </a:cubicBezTo>
                  <a:cubicBezTo>
                    <a:pt x="1116054" y="1358657"/>
                    <a:pt x="1121238" y="1357177"/>
                    <a:pt x="1125867" y="1357548"/>
                  </a:cubicBezTo>
                  <a:cubicBezTo>
                    <a:pt x="1152337" y="1359769"/>
                    <a:pt x="1178625" y="1362916"/>
                    <a:pt x="1204911" y="1365321"/>
                  </a:cubicBezTo>
                  <a:cubicBezTo>
                    <a:pt x="1228792" y="1367543"/>
                    <a:pt x="1252857" y="1368283"/>
                    <a:pt x="1264149" y="1395496"/>
                  </a:cubicBezTo>
                  <a:cubicBezTo>
                    <a:pt x="1265816" y="1399755"/>
                    <a:pt x="1271369" y="1402901"/>
                    <a:pt x="1275627" y="1405679"/>
                  </a:cubicBezTo>
                  <a:cubicBezTo>
                    <a:pt x="1341345" y="1448441"/>
                    <a:pt x="1376516" y="1447329"/>
                    <a:pt x="1440752" y="1402160"/>
                  </a:cubicBezTo>
                  <a:cubicBezTo>
                    <a:pt x="1447417" y="1397533"/>
                    <a:pt x="1461670" y="1394200"/>
                    <a:pt x="1466113" y="1397903"/>
                  </a:cubicBezTo>
                  <a:cubicBezTo>
                    <a:pt x="1503877" y="1428633"/>
                    <a:pt x="1545159" y="1425300"/>
                    <a:pt x="1588663" y="1415674"/>
                  </a:cubicBezTo>
                  <a:cubicBezTo>
                    <a:pt x="1599954" y="1413083"/>
                    <a:pt x="1615875" y="1413083"/>
                    <a:pt x="1624390" y="1419192"/>
                  </a:cubicBezTo>
                  <a:cubicBezTo>
                    <a:pt x="1664931" y="1447514"/>
                    <a:pt x="1708434" y="1443442"/>
                    <a:pt x="1752492" y="1435112"/>
                  </a:cubicBezTo>
                  <a:cubicBezTo>
                    <a:pt x="1759340" y="1433816"/>
                    <a:pt x="1767672" y="1426781"/>
                    <a:pt x="1770632" y="1420303"/>
                  </a:cubicBezTo>
                  <a:cubicBezTo>
                    <a:pt x="1781185" y="1397348"/>
                    <a:pt x="1800993" y="1389572"/>
                    <a:pt x="1822836" y="1383093"/>
                  </a:cubicBezTo>
                  <a:cubicBezTo>
                    <a:pt x="1857269" y="1372542"/>
                    <a:pt x="1891144" y="1360138"/>
                    <a:pt x="1925762" y="1350143"/>
                  </a:cubicBezTo>
                  <a:cubicBezTo>
                    <a:pt x="1934278" y="1347737"/>
                    <a:pt x="1944830" y="1349218"/>
                    <a:pt x="1953716" y="1351993"/>
                  </a:cubicBezTo>
                  <a:cubicBezTo>
                    <a:pt x="1984075" y="1361434"/>
                    <a:pt x="2003327" y="1385130"/>
                    <a:pt x="2024430" y="1406975"/>
                  </a:cubicBezTo>
                  <a:cubicBezTo>
                    <a:pt x="2033686" y="1416601"/>
                    <a:pt x="2046459" y="1423450"/>
                    <a:pt x="2058863" y="1429002"/>
                  </a:cubicBezTo>
                  <a:cubicBezTo>
                    <a:pt x="2091072" y="1443258"/>
                    <a:pt x="2124024" y="1456030"/>
                    <a:pt x="2156605" y="1469544"/>
                  </a:cubicBezTo>
                  <a:cubicBezTo>
                    <a:pt x="2159752" y="1470840"/>
                    <a:pt x="2162342" y="1474171"/>
                    <a:pt x="2164750" y="1476948"/>
                  </a:cubicBezTo>
                  <a:cubicBezTo>
                    <a:pt x="2188815" y="1506198"/>
                    <a:pt x="2212694" y="1535630"/>
                    <a:pt x="2236945" y="1564880"/>
                  </a:cubicBezTo>
                  <a:cubicBezTo>
                    <a:pt x="2241573" y="1570433"/>
                    <a:pt x="2248239" y="1574506"/>
                    <a:pt x="2253235" y="1579874"/>
                  </a:cubicBezTo>
                  <a:cubicBezTo>
                    <a:pt x="2260271" y="1587279"/>
                    <a:pt x="2269157" y="1594314"/>
                    <a:pt x="2272859" y="1603200"/>
                  </a:cubicBezTo>
                  <a:cubicBezTo>
                    <a:pt x="2284336" y="1631151"/>
                    <a:pt x="2306365" y="1643186"/>
                    <a:pt x="2334132" y="1648369"/>
                  </a:cubicBezTo>
                  <a:cubicBezTo>
                    <a:pt x="2359495" y="1653181"/>
                    <a:pt x="2384855" y="1657254"/>
                    <a:pt x="2410031" y="1662807"/>
                  </a:cubicBezTo>
                  <a:cubicBezTo>
                    <a:pt x="2440760" y="1669471"/>
                    <a:pt x="2471306" y="1676691"/>
                    <a:pt x="2501665" y="1684837"/>
                  </a:cubicBezTo>
                  <a:cubicBezTo>
                    <a:pt x="2514807" y="1688354"/>
                    <a:pt x="2528691" y="1692426"/>
                    <a:pt x="2539985" y="1699646"/>
                  </a:cubicBezTo>
                  <a:cubicBezTo>
                    <a:pt x="2571639" y="1719639"/>
                    <a:pt x="2605516" y="1733152"/>
                    <a:pt x="2642724" y="1727784"/>
                  </a:cubicBezTo>
                  <a:cubicBezTo>
                    <a:pt x="2672528" y="1723526"/>
                    <a:pt x="2697519" y="1734448"/>
                    <a:pt x="2716031" y="1751479"/>
                  </a:cubicBezTo>
                  <a:cubicBezTo>
                    <a:pt x="2749723" y="1782394"/>
                    <a:pt x="2785820" y="1775359"/>
                    <a:pt x="2821734" y="1765363"/>
                  </a:cubicBezTo>
                  <a:cubicBezTo>
                    <a:pt x="2840246" y="1760180"/>
                    <a:pt x="2855425" y="1760920"/>
                    <a:pt x="2873011" y="1765917"/>
                  </a:cubicBezTo>
                  <a:cubicBezTo>
                    <a:pt x="2913737" y="1777580"/>
                    <a:pt x="2940950" y="1809236"/>
                    <a:pt x="2967236" y="1837003"/>
                  </a:cubicBezTo>
                  <a:cubicBezTo>
                    <a:pt x="2989636" y="1860698"/>
                    <a:pt x="3014813" y="1874026"/>
                    <a:pt x="3042395" y="1884024"/>
                  </a:cubicBezTo>
                  <a:cubicBezTo>
                    <a:pt x="3077197" y="1896796"/>
                    <a:pt x="3104779" y="1891984"/>
                    <a:pt x="3121440" y="1861254"/>
                  </a:cubicBezTo>
                  <a:cubicBezTo>
                    <a:pt x="3126068" y="1852553"/>
                    <a:pt x="3134213" y="1842370"/>
                    <a:pt x="3142914" y="1839780"/>
                  </a:cubicBezTo>
                  <a:cubicBezTo>
                    <a:pt x="3184935" y="1826822"/>
                    <a:pt x="3227513" y="1807940"/>
                    <a:pt x="3272497" y="1819418"/>
                  </a:cubicBezTo>
                  <a:cubicBezTo>
                    <a:pt x="3334697" y="1835153"/>
                    <a:pt x="3395415" y="1834227"/>
                    <a:pt x="3457615" y="1818677"/>
                  </a:cubicBezTo>
                  <a:cubicBezTo>
                    <a:pt x="3558504" y="1793501"/>
                    <a:pt x="3659393" y="1766844"/>
                    <a:pt x="3765467" y="1772397"/>
                  </a:cubicBezTo>
                  <a:cubicBezTo>
                    <a:pt x="3783052" y="1773322"/>
                    <a:pt x="3803969" y="1762030"/>
                    <a:pt x="3819150" y="1750923"/>
                  </a:cubicBezTo>
                  <a:cubicBezTo>
                    <a:pt x="3848214" y="1729821"/>
                    <a:pt x="3846917" y="1728153"/>
                    <a:pt x="3879498" y="1745555"/>
                  </a:cubicBezTo>
                  <a:cubicBezTo>
                    <a:pt x="3887274" y="1749814"/>
                    <a:pt x="3896900" y="1752404"/>
                    <a:pt x="3902639" y="1758699"/>
                  </a:cubicBezTo>
                  <a:cubicBezTo>
                    <a:pt x="3931887" y="1790724"/>
                    <a:pt x="3967986" y="1782948"/>
                    <a:pt x="4003898" y="1778321"/>
                  </a:cubicBezTo>
                  <a:cubicBezTo>
                    <a:pt x="4010192" y="1777396"/>
                    <a:pt x="4017781" y="1776099"/>
                    <a:pt x="4023152" y="1778692"/>
                  </a:cubicBezTo>
                  <a:cubicBezTo>
                    <a:pt x="4047400" y="1790353"/>
                    <a:pt x="4067949" y="1786281"/>
                    <a:pt x="4089054" y="1770360"/>
                  </a:cubicBezTo>
                  <a:cubicBezTo>
                    <a:pt x="4107379" y="1756662"/>
                    <a:pt x="4128484" y="1748517"/>
                    <a:pt x="4150142" y="1765548"/>
                  </a:cubicBezTo>
                  <a:cubicBezTo>
                    <a:pt x="4198273" y="1803312"/>
                    <a:pt x="4249734" y="1805162"/>
                    <a:pt x="4304160" y="1781283"/>
                  </a:cubicBezTo>
                  <a:cubicBezTo>
                    <a:pt x="4343034" y="1764252"/>
                    <a:pt x="4381353" y="1760365"/>
                    <a:pt x="4422267" y="1777580"/>
                  </a:cubicBezTo>
                  <a:cubicBezTo>
                    <a:pt x="4438001" y="1784244"/>
                    <a:pt x="4458363" y="1779802"/>
                    <a:pt x="4476691" y="1781282"/>
                  </a:cubicBezTo>
                  <a:cubicBezTo>
                    <a:pt x="4487056" y="1782023"/>
                    <a:pt x="4498535" y="1782208"/>
                    <a:pt x="4507419" y="1786837"/>
                  </a:cubicBezTo>
                  <a:cubicBezTo>
                    <a:pt x="4531116" y="1798685"/>
                    <a:pt x="4553143" y="1813863"/>
                    <a:pt x="4577023" y="1825526"/>
                  </a:cubicBezTo>
                  <a:cubicBezTo>
                    <a:pt x="4588502" y="1831079"/>
                    <a:pt x="4602199" y="1834041"/>
                    <a:pt x="4615158" y="1834227"/>
                  </a:cubicBezTo>
                  <a:cubicBezTo>
                    <a:pt x="4653478" y="1835152"/>
                    <a:pt x="4691799" y="1835152"/>
                    <a:pt x="4729932" y="1833487"/>
                  </a:cubicBezTo>
                  <a:cubicBezTo>
                    <a:pt x="4792872" y="1830894"/>
                    <a:pt x="4856737" y="1830338"/>
                    <a:pt x="4902090" y="1775174"/>
                  </a:cubicBezTo>
                  <a:cubicBezTo>
                    <a:pt x="4905795" y="1770731"/>
                    <a:pt x="4913754" y="1768139"/>
                    <a:pt x="4920048" y="1767398"/>
                  </a:cubicBezTo>
                  <a:cubicBezTo>
                    <a:pt x="4949111" y="1763882"/>
                    <a:pt x="4978915" y="1763511"/>
                    <a:pt x="5007609" y="1757772"/>
                  </a:cubicBezTo>
                  <a:cubicBezTo>
                    <a:pt x="5030564" y="1753145"/>
                    <a:pt x="5049631" y="1754625"/>
                    <a:pt x="5067031" y="1770916"/>
                  </a:cubicBezTo>
                  <a:cubicBezTo>
                    <a:pt x="5089801" y="1792389"/>
                    <a:pt x="5117570" y="1804978"/>
                    <a:pt x="5147929" y="1798129"/>
                  </a:cubicBezTo>
                  <a:cubicBezTo>
                    <a:pt x="5178287" y="1791465"/>
                    <a:pt x="5198280" y="1805903"/>
                    <a:pt x="5220680" y="1820899"/>
                  </a:cubicBezTo>
                  <a:cubicBezTo>
                    <a:pt x="5236971" y="1831819"/>
                    <a:pt x="5255482" y="1845519"/>
                    <a:pt x="5273623" y="1846629"/>
                  </a:cubicBezTo>
                  <a:cubicBezTo>
                    <a:pt x="5314721" y="1849035"/>
                    <a:pt x="5350079" y="1887170"/>
                    <a:pt x="5394691" y="1865512"/>
                  </a:cubicBezTo>
                  <a:cubicBezTo>
                    <a:pt x="5397654" y="1864031"/>
                    <a:pt x="5403022" y="1867733"/>
                    <a:pt x="5407280" y="1868658"/>
                  </a:cubicBezTo>
                  <a:cubicBezTo>
                    <a:pt x="5441341" y="1875694"/>
                    <a:pt x="5473366" y="1868843"/>
                    <a:pt x="5498358" y="1845704"/>
                  </a:cubicBezTo>
                  <a:cubicBezTo>
                    <a:pt x="5531123" y="1815529"/>
                    <a:pt x="5567406" y="1812567"/>
                    <a:pt x="5607761" y="1822380"/>
                  </a:cubicBezTo>
                  <a:cubicBezTo>
                    <a:pt x="5620720" y="1825526"/>
                    <a:pt x="5633679" y="1827748"/>
                    <a:pt x="5646821" y="1830338"/>
                  </a:cubicBezTo>
                  <a:cubicBezTo>
                    <a:pt x="5664593" y="1834041"/>
                    <a:pt x="5682550" y="1837930"/>
                    <a:pt x="5700320" y="1841632"/>
                  </a:cubicBezTo>
                  <a:cubicBezTo>
                    <a:pt x="5717538" y="1845334"/>
                    <a:pt x="5736605" y="1851627"/>
                    <a:pt x="5749931" y="1835708"/>
                  </a:cubicBezTo>
                  <a:cubicBezTo>
                    <a:pt x="5761410" y="1822008"/>
                    <a:pt x="5769555" y="1823305"/>
                    <a:pt x="5780107" y="1835153"/>
                  </a:cubicBezTo>
                  <a:cubicBezTo>
                    <a:pt x="5816761" y="1876619"/>
                    <a:pt x="5861189" y="1902535"/>
                    <a:pt x="5917835" y="1904386"/>
                  </a:cubicBezTo>
                  <a:cubicBezTo>
                    <a:pt x="5929498" y="1904757"/>
                    <a:pt x="5941345" y="1907347"/>
                    <a:pt x="5952821" y="1910125"/>
                  </a:cubicBezTo>
                  <a:cubicBezTo>
                    <a:pt x="5959857" y="1911790"/>
                    <a:pt x="5968373" y="1913642"/>
                    <a:pt x="5972630" y="1918641"/>
                  </a:cubicBezTo>
                  <a:cubicBezTo>
                    <a:pt x="6005766" y="1956774"/>
                    <a:pt x="6047048" y="1983247"/>
                    <a:pt x="6092032" y="2004536"/>
                  </a:cubicBezTo>
                  <a:cubicBezTo>
                    <a:pt x="6108136" y="2012125"/>
                    <a:pt x="6125354" y="2019715"/>
                    <a:pt x="6142754" y="2021936"/>
                  </a:cubicBezTo>
                  <a:cubicBezTo>
                    <a:pt x="6160894" y="2024158"/>
                    <a:pt x="6179961" y="2020455"/>
                    <a:pt x="6198473" y="2018418"/>
                  </a:cubicBezTo>
                  <a:cubicBezTo>
                    <a:pt x="6209396" y="2017308"/>
                    <a:pt x="6221984" y="2017493"/>
                    <a:pt x="6230685" y="2012125"/>
                  </a:cubicBezTo>
                  <a:cubicBezTo>
                    <a:pt x="6258267" y="1995279"/>
                    <a:pt x="6284924" y="1977139"/>
                    <a:pt x="6310656" y="1957515"/>
                  </a:cubicBezTo>
                  <a:cubicBezTo>
                    <a:pt x="6332686" y="1940669"/>
                    <a:pt x="6337129" y="1938263"/>
                    <a:pt x="6356194" y="1959367"/>
                  </a:cubicBezTo>
                  <a:cubicBezTo>
                    <a:pt x="6375818" y="1981025"/>
                    <a:pt x="6400253" y="1992317"/>
                    <a:pt x="6427279" y="1996945"/>
                  </a:cubicBezTo>
                  <a:cubicBezTo>
                    <a:pt x="6470043" y="2004165"/>
                    <a:pt x="6513175" y="2010273"/>
                    <a:pt x="6556307" y="2013791"/>
                  </a:cubicBezTo>
                  <a:cubicBezTo>
                    <a:pt x="6595367" y="2016937"/>
                    <a:pt x="6614063" y="1999907"/>
                    <a:pt x="6621839" y="1961217"/>
                  </a:cubicBezTo>
                  <a:cubicBezTo>
                    <a:pt x="6626282" y="1939744"/>
                    <a:pt x="6632021" y="1916418"/>
                    <a:pt x="6655715" y="1910681"/>
                  </a:cubicBezTo>
                  <a:cubicBezTo>
                    <a:pt x="6694405" y="1901424"/>
                    <a:pt x="6734576" y="1897352"/>
                    <a:pt x="6753644" y="1851999"/>
                  </a:cubicBezTo>
                  <a:cubicBezTo>
                    <a:pt x="6764194" y="1861994"/>
                    <a:pt x="6770674" y="1867918"/>
                    <a:pt x="6776969" y="1873841"/>
                  </a:cubicBezTo>
                  <a:cubicBezTo>
                    <a:pt x="6794370" y="1890317"/>
                    <a:pt x="6830466" y="1897352"/>
                    <a:pt x="6848795" y="1883099"/>
                  </a:cubicBezTo>
                  <a:cubicBezTo>
                    <a:pt x="6875822" y="1862365"/>
                    <a:pt x="6900628" y="1866252"/>
                    <a:pt x="6926543" y="1882358"/>
                  </a:cubicBezTo>
                  <a:cubicBezTo>
                    <a:pt x="6969862" y="1909015"/>
                    <a:pt x="7018176" y="1902905"/>
                    <a:pt x="7062050" y="1892169"/>
                  </a:cubicBezTo>
                  <a:cubicBezTo>
                    <a:pt x="7095186" y="1884208"/>
                    <a:pt x="7130544" y="1869584"/>
                    <a:pt x="7152202" y="1836078"/>
                  </a:cubicBezTo>
                  <a:cubicBezTo>
                    <a:pt x="7159051" y="1825341"/>
                    <a:pt x="7174416" y="1819972"/>
                    <a:pt x="7186635" y="1812938"/>
                  </a:cubicBezTo>
                  <a:cubicBezTo>
                    <a:pt x="7196817" y="1807199"/>
                    <a:pt x="7207553" y="1801831"/>
                    <a:pt x="7218845" y="1798129"/>
                  </a:cubicBezTo>
                  <a:cubicBezTo>
                    <a:pt x="7230877" y="1794055"/>
                    <a:pt x="7244207" y="1788132"/>
                    <a:pt x="7256055" y="1789799"/>
                  </a:cubicBezTo>
                  <a:cubicBezTo>
                    <a:pt x="7291967" y="1794611"/>
                    <a:pt x="7320476" y="1785169"/>
                    <a:pt x="7345837" y="1758328"/>
                  </a:cubicBezTo>
                  <a:cubicBezTo>
                    <a:pt x="7358981" y="1744444"/>
                    <a:pt x="7378417" y="1727599"/>
                    <a:pt x="7395078" y="1727413"/>
                  </a:cubicBezTo>
                  <a:cubicBezTo>
                    <a:pt x="7435618" y="1726859"/>
                    <a:pt x="7469309" y="1713530"/>
                    <a:pt x="7505779" y="1697609"/>
                  </a:cubicBezTo>
                  <a:cubicBezTo>
                    <a:pt x="7529288" y="1687427"/>
                    <a:pt x="7555945" y="1680394"/>
                    <a:pt x="7581123" y="1670952"/>
                  </a:cubicBezTo>
                  <a:cubicBezTo>
                    <a:pt x="7610555" y="1659845"/>
                    <a:pt x="7642582" y="1655773"/>
                    <a:pt x="7660538" y="1625043"/>
                  </a:cubicBezTo>
                  <a:cubicBezTo>
                    <a:pt x="7662573" y="1621712"/>
                    <a:pt x="7668683" y="1621156"/>
                    <a:pt x="7671645" y="1618009"/>
                  </a:cubicBezTo>
                  <a:cubicBezTo>
                    <a:pt x="7681084" y="1608383"/>
                    <a:pt x="7693303" y="1599498"/>
                    <a:pt x="7698302" y="1587834"/>
                  </a:cubicBezTo>
                  <a:cubicBezTo>
                    <a:pt x="7712740" y="1553773"/>
                    <a:pt x="7724032" y="1518600"/>
                    <a:pt x="7736991" y="1483984"/>
                  </a:cubicBezTo>
                  <a:cubicBezTo>
                    <a:pt x="7739768" y="1476579"/>
                    <a:pt x="7742359" y="1467138"/>
                    <a:pt x="7748098" y="1462879"/>
                  </a:cubicBezTo>
                  <a:cubicBezTo>
                    <a:pt x="7781235" y="1438444"/>
                    <a:pt x="7814927" y="1414933"/>
                    <a:pt x="7848987" y="1391794"/>
                  </a:cubicBezTo>
                  <a:cubicBezTo>
                    <a:pt x="7862687" y="1382537"/>
                    <a:pt x="7874163" y="1387722"/>
                    <a:pt x="7886382" y="1398458"/>
                  </a:cubicBezTo>
                  <a:cubicBezTo>
                    <a:pt x="7898229" y="1408640"/>
                    <a:pt x="7912854" y="1419192"/>
                    <a:pt x="7927662" y="1421784"/>
                  </a:cubicBezTo>
                  <a:cubicBezTo>
                    <a:pt x="7957283" y="1426781"/>
                    <a:pt x="7988011" y="1427893"/>
                    <a:pt x="8018186" y="1427893"/>
                  </a:cubicBezTo>
                  <a:cubicBezTo>
                    <a:pt x="8029478" y="1427892"/>
                    <a:pt x="8041510" y="1421228"/>
                    <a:pt x="8052063" y="1415860"/>
                  </a:cubicBezTo>
                  <a:cubicBezTo>
                    <a:pt x="8072054" y="1405678"/>
                    <a:pt x="8090566" y="1391979"/>
                    <a:pt x="8111299" y="1383464"/>
                  </a:cubicBezTo>
                  <a:cubicBezTo>
                    <a:pt x="8135365" y="1373653"/>
                    <a:pt x="8149804" y="1357917"/>
                    <a:pt x="8157024" y="1333297"/>
                  </a:cubicBezTo>
                  <a:cubicBezTo>
                    <a:pt x="8167761" y="1296644"/>
                    <a:pt x="8193309" y="1271097"/>
                    <a:pt x="8223482" y="1250364"/>
                  </a:cubicBezTo>
                  <a:cubicBezTo>
                    <a:pt x="8261801" y="1223891"/>
                    <a:pt x="8307526" y="1225188"/>
                    <a:pt x="8351027" y="1218708"/>
                  </a:cubicBezTo>
                  <a:cubicBezTo>
                    <a:pt x="8367689" y="1216302"/>
                    <a:pt x="8384905" y="1214265"/>
                    <a:pt x="8400085" y="1208157"/>
                  </a:cubicBezTo>
                  <a:cubicBezTo>
                    <a:pt x="8457656" y="1185202"/>
                    <a:pt x="8515228" y="1163359"/>
                    <a:pt x="8578539" y="1163913"/>
                  </a:cubicBezTo>
                  <a:cubicBezTo>
                    <a:pt x="8583721" y="1163913"/>
                    <a:pt x="8588906" y="1163359"/>
                    <a:pt x="8594087" y="1162432"/>
                  </a:cubicBezTo>
                  <a:cubicBezTo>
                    <a:pt x="8639071" y="1154843"/>
                    <a:pt x="8685536" y="1151881"/>
                    <a:pt x="8717746" y="1111526"/>
                  </a:cubicBezTo>
                  <a:cubicBezTo>
                    <a:pt x="8723670" y="1104121"/>
                    <a:pt x="8737183" y="1101900"/>
                    <a:pt x="8747550" y="1098936"/>
                  </a:cubicBezTo>
                  <a:cubicBezTo>
                    <a:pt x="8765508" y="1094124"/>
                    <a:pt x="8777542" y="1084313"/>
                    <a:pt x="8784019" y="1066727"/>
                  </a:cubicBezTo>
                  <a:cubicBezTo>
                    <a:pt x="8794942" y="1036367"/>
                    <a:pt x="8807899" y="1006564"/>
                    <a:pt x="8817712" y="975833"/>
                  </a:cubicBezTo>
                  <a:cubicBezTo>
                    <a:pt x="8824561" y="954730"/>
                    <a:pt x="8837333" y="943068"/>
                    <a:pt x="8857141" y="934367"/>
                  </a:cubicBezTo>
                  <a:cubicBezTo>
                    <a:pt x="8868249" y="929554"/>
                    <a:pt x="8877875" y="919003"/>
                    <a:pt x="8885835" y="909191"/>
                  </a:cubicBezTo>
                  <a:cubicBezTo>
                    <a:pt x="8895461" y="897343"/>
                    <a:pt x="8900458" y="881608"/>
                    <a:pt x="8911009" y="871057"/>
                  </a:cubicBezTo>
                  <a:cubicBezTo>
                    <a:pt x="8936741" y="844769"/>
                    <a:pt x="8944702" y="815706"/>
                    <a:pt x="8936185" y="779794"/>
                  </a:cubicBezTo>
                  <a:cubicBezTo>
                    <a:pt x="8928596" y="747954"/>
                    <a:pt x="8948589" y="705376"/>
                    <a:pt x="8974877" y="698896"/>
                  </a:cubicBezTo>
                  <a:cubicBezTo>
                    <a:pt x="9003940" y="691677"/>
                    <a:pt x="9023932" y="673907"/>
                    <a:pt x="9044481" y="654099"/>
                  </a:cubicBezTo>
                  <a:cubicBezTo>
                    <a:pt x="9055957" y="642992"/>
                    <a:pt x="9072063" y="633365"/>
                    <a:pt x="9087613" y="630588"/>
                  </a:cubicBezTo>
                  <a:cubicBezTo>
                    <a:pt x="9146666" y="619852"/>
                    <a:pt x="9202387" y="632994"/>
                    <a:pt x="9258478" y="654284"/>
                  </a:cubicBezTo>
                  <a:cubicBezTo>
                    <a:pt x="9295130" y="668168"/>
                    <a:pt x="9335856" y="671870"/>
                    <a:pt x="9375101" y="677423"/>
                  </a:cubicBezTo>
                  <a:cubicBezTo>
                    <a:pt x="9387320" y="679088"/>
                    <a:pt x="9402870" y="675388"/>
                    <a:pt x="9413421" y="668537"/>
                  </a:cubicBezTo>
                  <a:cubicBezTo>
                    <a:pt x="9450445" y="644842"/>
                    <a:pt x="9487284" y="620407"/>
                    <a:pt x="9521715" y="593009"/>
                  </a:cubicBezTo>
                  <a:cubicBezTo>
                    <a:pt x="9553742" y="567279"/>
                    <a:pt x="9589838" y="556541"/>
                    <a:pt x="9628714" y="559319"/>
                  </a:cubicBezTo>
                  <a:cubicBezTo>
                    <a:pt x="9657037" y="561355"/>
                    <a:pt x="9682582" y="556726"/>
                    <a:pt x="9709239" y="549692"/>
                  </a:cubicBezTo>
                  <a:cubicBezTo>
                    <a:pt x="9731453" y="543769"/>
                    <a:pt x="9755889" y="539695"/>
                    <a:pt x="9778472" y="542288"/>
                  </a:cubicBezTo>
                  <a:cubicBezTo>
                    <a:pt x="9810128" y="545990"/>
                    <a:pt x="9836231" y="540622"/>
                    <a:pt x="9861592" y="521554"/>
                  </a:cubicBezTo>
                  <a:cubicBezTo>
                    <a:pt x="9875105" y="511372"/>
                    <a:pt x="9892507" y="506004"/>
                    <a:pt x="9908613" y="498969"/>
                  </a:cubicBezTo>
                  <a:cubicBezTo>
                    <a:pt x="9933417" y="488048"/>
                    <a:pt x="9959149" y="478792"/>
                    <a:pt x="9983398" y="466574"/>
                  </a:cubicBezTo>
                  <a:cubicBezTo>
                    <a:pt x="10009502" y="453616"/>
                    <a:pt x="10033381" y="435660"/>
                    <a:pt x="10060038" y="424553"/>
                  </a:cubicBezTo>
                  <a:cubicBezTo>
                    <a:pt x="10088732" y="412520"/>
                    <a:pt x="10107244" y="394193"/>
                    <a:pt x="10118905" y="365684"/>
                  </a:cubicBezTo>
                  <a:cubicBezTo>
                    <a:pt x="10126312" y="347728"/>
                    <a:pt x="10136492" y="328660"/>
                    <a:pt x="10150561" y="316072"/>
                  </a:cubicBezTo>
                  <a:cubicBezTo>
                    <a:pt x="10179626" y="290342"/>
                    <a:pt x="10213685" y="270348"/>
                    <a:pt x="10243306" y="244987"/>
                  </a:cubicBezTo>
                  <a:cubicBezTo>
                    <a:pt x="10284957" y="209444"/>
                    <a:pt x="10323462" y="171680"/>
                    <a:pt x="10327164" y="110961"/>
                  </a:cubicBezTo>
                  <a:cubicBezTo>
                    <a:pt x="10329199" y="77455"/>
                    <a:pt x="10346970" y="63202"/>
                    <a:pt x="10379738" y="55241"/>
                  </a:cubicBezTo>
                  <a:cubicBezTo>
                    <a:pt x="10390658" y="52650"/>
                    <a:pt x="10406210" y="47652"/>
                    <a:pt x="10409541" y="39507"/>
                  </a:cubicBezTo>
                  <a:cubicBezTo>
                    <a:pt x="10419537" y="15256"/>
                    <a:pt x="10440270" y="10444"/>
                    <a:pt x="10460263" y="81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716618E-4C0F-42EC-BE06-F84BE1E74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33341">
              <a:off x="839281" y="3610818"/>
              <a:ext cx="10479782" cy="2198909"/>
            </a:xfrm>
            <a:custGeom>
              <a:avLst/>
              <a:gdLst>
                <a:gd name="connsiteX0" fmla="*/ 10461499 w 10479782"/>
                <a:gd name="connsiteY0" fmla="*/ 0 h 2198909"/>
                <a:gd name="connsiteX1" fmla="*/ 10479782 w 10479782"/>
                <a:gd name="connsiteY1" fmla="*/ 268945 h 2198909"/>
                <a:gd name="connsiteX2" fmla="*/ 10440826 w 10479782"/>
                <a:gd name="connsiteY2" fmla="*/ 322737 h 2198909"/>
                <a:gd name="connsiteX3" fmla="*/ 10411022 w 10479782"/>
                <a:gd name="connsiteY3" fmla="*/ 357725 h 2198909"/>
                <a:gd name="connsiteX4" fmla="*/ 10329570 w 10479782"/>
                <a:gd name="connsiteY4" fmla="*/ 401597 h 2198909"/>
                <a:gd name="connsiteX5" fmla="*/ 10257560 w 10479782"/>
                <a:gd name="connsiteY5" fmla="*/ 434548 h 2198909"/>
                <a:gd name="connsiteX6" fmla="*/ 10205356 w 10479782"/>
                <a:gd name="connsiteY6" fmla="*/ 471018 h 2198909"/>
                <a:gd name="connsiteX7" fmla="*/ 10161298 w 10479782"/>
                <a:gd name="connsiteY7" fmla="*/ 504523 h 2198909"/>
                <a:gd name="connsiteX8" fmla="*/ 10061519 w 10479782"/>
                <a:gd name="connsiteY8" fmla="*/ 591159 h 2198909"/>
                <a:gd name="connsiteX9" fmla="*/ 9951004 w 10479782"/>
                <a:gd name="connsiteY9" fmla="*/ 664281 h 2198909"/>
                <a:gd name="connsiteX10" fmla="*/ 9862146 w 10479782"/>
                <a:gd name="connsiteY10" fmla="*/ 753878 h 2198909"/>
                <a:gd name="connsiteX11" fmla="*/ 9825493 w 10479782"/>
                <a:gd name="connsiteY11" fmla="*/ 802378 h 2198909"/>
                <a:gd name="connsiteX12" fmla="*/ 9748484 w 10479782"/>
                <a:gd name="connsiteY12" fmla="*/ 835515 h 2198909"/>
                <a:gd name="connsiteX13" fmla="*/ 9664995 w 10479782"/>
                <a:gd name="connsiteY13" fmla="*/ 887348 h 2198909"/>
                <a:gd name="connsiteX14" fmla="*/ 9605757 w 10479782"/>
                <a:gd name="connsiteY14" fmla="*/ 938809 h 2198909"/>
                <a:gd name="connsiteX15" fmla="*/ 9560035 w 10479782"/>
                <a:gd name="connsiteY15" fmla="*/ 973242 h 2198909"/>
                <a:gd name="connsiteX16" fmla="*/ 9495427 w 10479782"/>
                <a:gd name="connsiteY16" fmla="*/ 1007860 h 2198909"/>
                <a:gd name="connsiteX17" fmla="*/ 9430637 w 10479782"/>
                <a:gd name="connsiteY17" fmla="*/ 1053214 h 2198909"/>
                <a:gd name="connsiteX18" fmla="*/ 9399167 w 10479782"/>
                <a:gd name="connsiteY18" fmla="*/ 1081166 h 2198909"/>
                <a:gd name="connsiteX19" fmla="*/ 9338262 w 10479782"/>
                <a:gd name="connsiteY19" fmla="*/ 1127630 h 2198909"/>
                <a:gd name="connsiteX20" fmla="*/ 9275507 w 10479782"/>
                <a:gd name="connsiteY20" fmla="*/ 1170948 h 2198909"/>
                <a:gd name="connsiteX21" fmla="*/ 9157587 w 10479782"/>
                <a:gd name="connsiteY21" fmla="*/ 1220560 h 2198909"/>
                <a:gd name="connsiteX22" fmla="*/ 9050218 w 10479782"/>
                <a:gd name="connsiteY22" fmla="*/ 1293496 h 2198909"/>
                <a:gd name="connsiteX23" fmla="*/ 8965064 w 10479782"/>
                <a:gd name="connsiteY23" fmla="*/ 1346810 h 2198909"/>
                <a:gd name="connsiteX24" fmla="*/ 8915452 w 10479782"/>
                <a:gd name="connsiteY24" fmla="*/ 1381799 h 2198909"/>
                <a:gd name="connsiteX25" fmla="*/ 8824374 w 10479782"/>
                <a:gd name="connsiteY25" fmla="*/ 1459917 h 2198909"/>
                <a:gd name="connsiteX26" fmla="*/ 8683128 w 10479782"/>
                <a:gd name="connsiteY26" fmla="*/ 1542110 h 2198909"/>
                <a:gd name="connsiteX27" fmla="*/ 8597789 w 10479782"/>
                <a:gd name="connsiteY27" fmla="*/ 1586538 h 2198909"/>
                <a:gd name="connsiteX28" fmla="*/ 8414152 w 10479782"/>
                <a:gd name="connsiteY28" fmla="*/ 1653552 h 2198909"/>
                <a:gd name="connsiteX29" fmla="*/ 8354914 w 10479782"/>
                <a:gd name="connsiteY29" fmla="*/ 1677432 h 2198909"/>
                <a:gd name="connsiteX30" fmla="*/ 8287162 w 10479782"/>
                <a:gd name="connsiteY30" fmla="*/ 1693166 h 2198909"/>
                <a:gd name="connsiteX31" fmla="*/ 8178313 w 10479782"/>
                <a:gd name="connsiteY31" fmla="*/ 1730375 h 2198909"/>
                <a:gd name="connsiteX32" fmla="*/ 7965797 w 10479782"/>
                <a:gd name="connsiteY32" fmla="*/ 1794426 h 2198909"/>
                <a:gd name="connsiteX33" fmla="*/ 7919147 w 10479782"/>
                <a:gd name="connsiteY33" fmla="*/ 1804237 h 2198909"/>
                <a:gd name="connsiteX34" fmla="*/ 7800300 w 10479782"/>
                <a:gd name="connsiteY34" fmla="*/ 1845519 h 2198909"/>
                <a:gd name="connsiteX35" fmla="*/ 7729030 w 10479782"/>
                <a:gd name="connsiteY35" fmla="*/ 1873286 h 2198909"/>
                <a:gd name="connsiteX36" fmla="*/ 7669977 w 10479782"/>
                <a:gd name="connsiteY36" fmla="*/ 1889207 h 2198909"/>
                <a:gd name="connsiteX37" fmla="*/ 7617775 w 10479782"/>
                <a:gd name="connsiteY37" fmla="*/ 1896611 h 2198909"/>
                <a:gd name="connsiteX38" fmla="*/ 7480416 w 10479782"/>
                <a:gd name="connsiteY38" fmla="*/ 1933264 h 2198909"/>
                <a:gd name="connsiteX39" fmla="*/ 7425622 w 10479782"/>
                <a:gd name="connsiteY39" fmla="*/ 1947704 h 2198909"/>
                <a:gd name="connsiteX40" fmla="*/ 7283451 w 10479782"/>
                <a:gd name="connsiteY40" fmla="*/ 1997316 h 2198909"/>
                <a:gd name="connsiteX41" fmla="*/ 7162938 w 10479782"/>
                <a:gd name="connsiteY41" fmla="*/ 2030081 h 2198909"/>
                <a:gd name="connsiteX42" fmla="*/ 7112588 w 10479782"/>
                <a:gd name="connsiteY42" fmla="*/ 2045816 h 2198909"/>
                <a:gd name="connsiteX43" fmla="*/ 6997443 w 10479782"/>
                <a:gd name="connsiteY43" fmla="*/ 2072103 h 2198909"/>
                <a:gd name="connsiteX44" fmla="*/ 6932282 w 10479782"/>
                <a:gd name="connsiteY44" fmla="*/ 2090616 h 2198909"/>
                <a:gd name="connsiteX45" fmla="*/ 6773265 w 10479782"/>
                <a:gd name="connsiteY45" fmla="*/ 2111533 h 2198909"/>
                <a:gd name="connsiteX46" fmla="*/ 6609064 w 10479782"/>
                <a:gd name="connsiteY46" fmla="*/ 2131711 h 2198909"/>
                <a:gd name="connsiteX47" fmla="*/ 6518913 w 10479782"/>
                <a:gd name="connsiteY47" fmla="*/ 2138375 h 2198909"/>
                <a:gd name="connsiteX48" fmla="*/ 6440239 w 10479782"/>
                <a:gd name="connsiteY48" fmla="*/ 2148928 h 2198909"/>
                <a:gd name="connsiteX49" fmla="*/ 6371744 w 10479782"/>
                <a:gd name="connsiteY49" fmla="*/ 2155592 h 2198909"/>
                <a:gd name="connsiteX50" fmla="*/ 6262710 w 10479782"/>
                <a:gd name="connsiteY50" fmla="*/ 2169105 h 2198909"/>
                <a:gd name="connsiteX51" fmla="*/ 6217357 w 10479782"/>
                <a:gd name="connsiteY51" fmla="*/ 2172623 h 2198909"/>
                <a:gd name="connsiteX52" fmla="*/ 6110358 w 10479782"/>
                <a:gd name="connsiteY52" fmla="*/ 2172437 h 2198909"/>
                <a:gd name="connsiteX53" fmla="*/ 6073149 w 10479782"/>
                <a:gd name="connsiteY53" fmla="*/ 2170587 h 2198909"/>
                <a:gd name="connsiteX54" fmla="*/ 6001508 w 10479782"/>
                <a:gd name="connsiteY54" fmla="*/ 2147632 h 2198909"/>
                <a:gd name="connsiteX55" fmla="*/ 5992994 w 10479782"/>
                <a:gd name="connsiteY55" fmla="*/ 2145966 h 2198909"/>
                <a:gd name="connsiteX56" fmla="*/ 5945973 w 10479782"/>
                <a:gd name="connsiteY56" fmla="*/ 2136894 h 2198909"/>
                <a:gd name="connsiteX57" fmla="*/ 5920240 w 10479782"/>
                <a:gd name="connsiteY57" fmla="*/ 2133932 h 2198909"/>
                <a:gd name="connsiteX58" fmla="*/ 5822498 w 10479782"/>
                <a:gd name="connsiteY58" fmla="*/ 2115051 h 2198909"/>
                <a:gd name="connsiteX59" fmla="*/ 5766224 w 10479782"/>
                <a:gd name="connsiteY59" fmla="*/ 2106165 h 2198909"/>
                <a:gd name="connsiteX60" fmla="*/ 5720684 w 10479782"/>
                <a:gd name="connsiteY60" fmla="*/ 2107461 h 2198909"/>
                <a:gd name="connsiteX61" fmla="*/ 5640713 w 10479782"/>
                <a:gd name="connsiteY61" fmla="*/ 2109127 h 2198909"/>
                <a:gd name="connsiteX62" fmla="*/ 5615165 w 10479782"/>
                <a:gd name="connsiteY62" fmla="*/ 2113386 h 2198909"/>
                <a:gd name="connsiteX63" fmla="*/ 5499652 w 10479782"/>
                <a:gd name="connsiteY63" fmla="*/ 2101167 h 2198909"/>
                <a:gd name="connsiteX64" fmla="*/ 5433750 w 10479782"/>
                <a:gd name="connsiteY64" fmla="*/ 2100242 h 2198909"/>
                <a:gd name="connsiteX65" fmla="*/ 5359518 w 10479782"/>
                <a:gd name="connsiteY65" fmla="*/ 2085061 h 2198909"/>
                <a:gd name="connsiteX66" fmla="*/ 5337859 w 10479782"/>
                <a:gd name="connsiteY66" fmla="*/ 2085801 h 2198909"/>
                <a:gd name="connsiteX67" fmla="*/ 5313608 w 10479782"/>
                <a:gd name="connsiteY67" fmla="*/ 2087098 h 2198909"/>
                <a:gd name="connsiteX68" fmla="*/ 5239190 w 10479782"/>
                <a:gd name="connsiteY68" fmla="*/ 2088209 h 2198909"/>
                <a:gd name="connsiteX69" fmla="*/ 5194022 w 10479782"/>
                <a:gd name="connsiteY69" fmla="*/ 2093762 h 2198909"/>
                <a:gd name="connsiteX70" fmla="*/ 5107944 w 10479782"/>
                <a:gd name="connsiteY70" fmla="*/ 2090431 h 2198909"/>
                <a:gd name="connsiteX71" fmla="*/ 5076101 w 10479782"/>
                <a:gd name="connsiteY71" fmla="*/ 2095243 h 2198909"/>
                <a:gd name="connsiteX72" fmla="*/ 4995576 w 10479782"/>
                <a:gd name="connsiteY72" fmla="*/ 2095799 h 2198909"/>
                <a:gd name="connsiteX73" fmla="*/ 4923380 w 10479782"/>
                <a:gd name="connsiteY73" fmla="*/ 2093021 h 2198909"/>
                <a:gd name="connsiteX74" fmla="*/ 4853775 w 10479782"/>
                <a:gd name="connsiteY74" fmla="*/ 2094502 h 2198909"/>
                <a:gd name="connsiteX75" fmla="*/ 4803979 w 10479782"/>
                <a:gd name="connsiteY75" fmla="*/ 2100611 h 2198909"/>
                <a:gd name="connsiteX76" fmla="*/ 4749925 w 10479782"/>
                <a:gd name="connsiteY76" fmla="*/ 2104313 h 2198909"/>
                <a:gd name="connsiteX77" fmla="*/ 4600905 w 10479782"/>
                <a:gd name="connsiteY77" fmla="*/ 2126343 h 2198909"/>
                <a:gd name="connsiteX78" fmla="*/ 4573322 w 10479782"/>
                <a:gd name="connsiteY78" fmla="*/ 2120975 h 2198909"/>
                <a:gd name="connsiteX79" fmla="*/ 4416711 w 10479782"/>
                <a:gd name="connsiteY79" fmla="*/ 2115976 h 2198909"/>
                <a:gd name="connsiteX80" fmla="*/ 4382651 w 10479782"/>
                <a:gd name="connsiteY80" fmla="*/ 2116347 h 2198909"/>
                <a:gd name="connsiteX81" fmla="*/ 4291200 w 10479782"/>
                <a:gd name="connsiteY81" fmla="*/ 2094502 h 2198909"/>
                <a:gd name="connsiteX82" fmla="*/ 4150141 w 10479782"/>
                <a:gd name="connsiteY82" fmla="*/ 2129120 h 2198909"/>
                <a:gd name="connsiteX83" fmla="*/ 4018151 w 10479782"/>
                <a:gd name="connsiteY83" fmla="*/ 2172437 h 2198909"/>
                <a:gd name="connsiteX84" fmla="*/ 4001491 w 10479782"/>
                <a:gd name="connsiteY84" fmla="*/ 2177991 h 2198909"/>
                <a:gd name="connsiteX85" fmla="*/ 3954101 w 10479782"/>
                <a:gd name="connsiteY85" fmla="*/ 2187433 h 2198909"/>
                <a:gd name="connsiteX86" fmla="*/ 3895419 w 10479782"/>
                <a:gd name="connsiteY86" fmla="*/ 2190764 h 2198909"/>
                <a:gd name="connsiteX87" fmla="*/ 3821000 w 10479782"/>
                <a:gd name="connsiteY87" fmla="*/ 2198909 h 2198909"/>
                <a:gd name="connsiteX88" fmla="*/ 3761394 w 10479782"/>
                <a:gd name="connsiteY88" fmla="*/ 2188727 h 2198909"/>
                <a:gd name="connsiteX89" fmla="*/ 3678089 w 10479782"/>
                <a:gd name="connsiteY89" fmla="*/ 2173548 h 2198909"/>
                <a:gd name="connsiteX90" fmla="*/ 3599599 w 10479782"/>
                <a:gd name="connsiteY90" fmla="*/ 2159108 h 2198909"/>
                <a:gd name="connsiteX91" fmla="*/ 3574795 w 10479782"/>
                <a:gd name="connsiteY91" fmla="*/ 2176139 h 2198909"/>
                <a:gd name="connsiteX92" fmla="*/ 3536474 w 10479782"/>
                <a:gd name="connsiteY92" fmla="*/ 2190949 h 2198909"/>
                <a:gd name="connsiteX93" fmla="*/ 3493898 w 10479782"/>
                <a:gd name="connsiteY93" fmla="*/ 2173177 h 2198909"/>
                <a:gd name="connsiteX94" fmla="*/ 3394304 w 10479782"/>
                <a:gd name="connsiteY94" fmla="*/ 2136340 h 2198909"/>
                <a:gd name="connsiteX95" fmla="*/ 3331364 w 10479782"/>
                <a:gd name="connsiteY95" fmla="*/ 2134672 h 2198909"/>
                <a:gd name="connsiteX96" fmla="*/ 3194561 w 10479782"/>
                <a:gd name="connsiteY96" fmla="*/ 2118938 h 2198909"/>
                <a:gd name="connsiteX97" fmla="*/ 3105150 w 10479782"/>
                <a:gd name="connsiteY97" fmla="*/ 2096539 h 2198909"/>
                <a:gd name="connsiteX98" fmla="*/ 3040916 w 10479782"/>
                <a:gd name="connsiteY98" fmla="*/ 2071178 h 2198909"/>
                <a:gd name="connsiteX99" fmla="*/ 2948911 w 10479782"/>
                <a:gd name="connsiteY99" fmla="*/ 2038042 h 2198909"/>
                <a:gd name="connsiteX100" fmla="*/ 2856536 w 10479782"/>
                <a:gd name="connsiteY100" fmla="*/ 2020826 h 2198909"/>
                <a:gd name="connsiteX101" fmla="*/ 2789709 w 10479782"/>
                <a:gd name="connsiteY101" fmla="*/ 1999166 h 2198909"/>
                <a:gd name="connsiteX102" fmla="*/ 2708071 w 10479782"/>
                <a:gd name="connsiteY102" fmla="*/ 1984356 h 2198909"/>
                <a:gd name="connsiteX103" fmla="*/ 2639578 w 10479782"/>
                <a:gd name="connsiteY103" fmla="*/ 1983803 h 2198909"/>
                <a:gd name="connsiteX104" fmla="*/ 2532209 w 10479782"/>
                <a:gd name="connsiteY104" fmla="*/ 1986393 h 2198909"/>
                <a:gd name="connsiteX105" fmla="*/ 2400776 w 10479782"/>
                <a:gd name="connsiteY105" fmla="*/ 1941596 h 2198909"/>
                <a:gd name="connsiteX106" fmla="*/ 2347647 w 10479782"/>
                <a:gd name="connsiteY106" fmla="*/ 1931598 h 2198909"/>
                <a:gd name="connsiteX107" fmla="*/ 2297664 w 10479782"/>
                <a:gd name="connsiteY107" fmla="*/ 1926971 h 2198909"/>
                <a:gd name="connsiteX108" fmla="*/ 2191592 w 10479782"/>
                <a:gd name="connsiteY108" fmla="*/ 1897167 h 2198909"/>
                <a:gd name="connsiteX109" fmla="*/ 2148460 w 10479782"/>
                <a:gd name="connsiteY109" fmla="*/ 1887355 h 2198909"/>
                <a:gd name="connsiteX110" fmla="*/ 2088110 w 10479782"/>
                <a:gd name="connsiteY110" fmla="*/ 1887541 h 2198909"/>
                <a:gd name="connsiteX111" fmla="*/ 1978335 w 10479782"/>
                <a:gd name="connsiteY111" fmla="*/ 1873842 h 2198909"/>
                <a:gd name="connsiteX112" fmla="*/ 1868746 w 10479782"/>
                <a:gd name="connsiteY112" fmla="*/ 1833856 h 2198909"/>
                <a:gd name="connsiteX113" fmla="*/ 1822281 w 10479782"/>
                <a:gd name="connsiteY113" fmla="*/ 1837743 h 2198909"/>
                <a:gd name="connsiteX114" fmla="*/ 1805620 w 10479782"/>
                <a:gd name="connsiteY114" fmla="*/ 1836818 h 2198909"/>
                <a:gd name="connsiteX115" fmla="*/ 1655861 w 10479782"/>
                <a:gd name="connsiteY115" fmla="*/ 1814789 h 2198909"/>
                <a:gd name="connsiteX116" fmla="*/ 1640864 w 10479782"/>
                <a:gd name="connsiteY116" fmla="*/ 1812383 h 2198909"/>
                <a:gd name="connsiteX117" fmla="*/ 1570522 w 10479782"/>
                <a:gd name="connsiteY117" fmla="*/ 1792761 h 2198909"/>
                <a:gd name="connsiteX118" fmla="*/ 1393176 w 10479782"/>
                <a:gd name="connsiteY118" fmla="*/ 1780542 h 2198909"/>
                <a:gd name="connsiteX119" fmla="*/ 1382255 w 10479782"/>
                <a:gd name="connsiteY119" fmla="*/ 1779061 h 2198909"/>
                <a:gd name="connsiteX120" fmla="*/ 1322831 w 10479782"/>
                <a:gd name="connsiteY120" fmla="*/ 1788872 h 2198909"/>
                <a:gd name="connsiteX121" fmla="*/ 1293399 w 10479782"/>
                <a:gd name="connsiteY121" fmla="*/ 1802756 h 2198909"/>
                <a:gd name="connsiteX122" fmla="*/ 1247489 w 10479782"/>
                <a:gd name="connsiteY122" fmla="*/ 1817197 h 2198909"/>
                <a:gd name="connsiteX123" fmla="*/ 1200839 w 10479782"/>
                <a:gd name="connsiteY123" fmla="*/ 1822564 h 2198909"/>
                <a:gd name="connsiteX124" fmla="*/ 1122534 w 10479782"/>
                <a:gd name="connsiteY124" fmla="*/ 1800720 h 2198909"/>
                <a:gd name="connsiteX125" fmla="*/ 1094027 w 10479782"/>
                <a:gd name="connsiteY125" fmla="*/ 1798498 h 2198909"/>
                <a:gd name="connsiteX126" fmla="*/ 1030531 w 10479782"/>
                <a:gd name="connsiteY126" fmla="*/ 1787947 h 2198909"/>
                <a:gd name="connsiteX127" fmla="*/ 974995 w 10479782"/>
                <a:gd name="connsiteY127" fmla="*/ 1788687 h 2198909"/>
                <a:gd name="connsiteX128" fmla="*/ 930382 w 10479782"/>
                <a:gd name="connsiteY128" fmla="*/ 1805534 h 2198909"/>
                <a:gd name="connsiteX129" fmla="*/ 865590 w 10479782"/>
                <a:gd name="connsiteY129" fmla="*/ 1808865 h 2198909"/>
                <a:gd name="connsiteX130" fmla="*/ 823752 w 10479782"/>
                <a:gd name="connsiteY130" fmla="*/ 1796648 h 2198909"/>
                <a:gd name="connsiteX131" fmla="*/ 815238 w 10479782"/>
                <a:gd name="connsiteY131" fmla="*/ 1794982 h 2198909"/>
                <a:gd name="connsiteX132" fmla="*/ 705832 w 10479782"/>
                <a:gd name="connsiteY132" fmla="*/ 1794240 h 2198909"/>
                <a:gd name="connsiteX133" fmla="*/ 569216 w 10479782"/>
                <a:gd name="connsiteY133" fmla="*/ 1831079 h 2198909"/>
                <a:gd name="connsiteX134" fmla="*/ 546631 w 10479782"/>
                <a:gd name="connsiteY134" fmla="*/ 1838854 h 2198909"/>
                <a:gd name="connsiteX135" fmla="*/ 436485 w 10479782"/>
                <a:gd name="connsiteY135" fmla="*/ 1852368 h 2198909"/>
                <a:gd name="connsiteX136" fmla="*/ 377434 w 10479782"/>
                <a:gd name="connsiteY136" fmla="*/ 1866067 h 2198909"/>
                <a:gd name="connsiteX137" fmla="*/ 334855 w 10479782"/>
                <a:gd name="connsiteY137" fmla="*/ 1866808 h 2198909"/>
                <a:gd name="connsiteX138" fmla="*/ 283396 w 10479782"/>
                <a:gd name="connsiteY138" fmla="*/ 1891057 h 2198909"/>
                <a:gd name="connsiteX139" fmla="*/ 266547 w 10479782"/>
                <a:gd name="connsiteY139" fmla="*/ 1901610 h 2198909"/>
                <a:gd name="connsiteX140" fmla="*/ 246370 w 10479782"/>
                <a:gd name="connsiteY140" fmla="*/ 1907903 h 2198909"/>
                <a:gd name="connsiteX141" fmla="*/ 154923 w 10479782"/>
                <a:gd name="connsiteY141" fmla="*/ 1927896 h 2198909"/>
                <a:gd name="connsiteX142" fmla="*/ 138630 w 10479782"/>
                <a:gd name="connsiteY142" fmla="*/ 1939188 h 2198909"/>
                <a:gd name="connsiteX143" fmla="*/ 127708 w 10479782"/>
                <a:gd name="connsiteY143" fmla="*/ 1946223 h 2198909"/>
                <a:gd name="connsiteX144" fmla="*/ 38853 w 10479782"/>
                <a:gd name="connsiteY144" fmla="*/ 1958071 h 2198909"/>
                <a:gd name="connsiteX145" fmla="*/ 35679 w 10479782"/>
                <a:gd name="connsiteY145" fmla="*/ 1958561 h 2198909"/>
                <a:gd name="connsiteX146" fmla="*/ 0 w 10479782"/>
                <a:gd name="connsiteY146" fmla="*/ 1433717 h 2198909"/>
                <a:gd name="connsiteX147" fmla="*/ 42184 w 10479782"/>
                <a:gd name="connsiteY147" fmla="*/ 1423079 h 2198909"/>
                <a:gd name="connsiteX148" fmla="*/ 164178 w 10479782"/>
                <a:gd name="connsiteY148" fmla="*/ 1425856 h 2198909"/>
                <a:gd name="connsiteX149" fmla="*/ 250628 w 10479782"/>
                <a:gd name="connsiteY149" fmla="*/ 1422338 h 2198909"/>
                <a:gd name="connsiteX150" fmla="*/ 298019 w 10479782"/>
                <a:gd name="connsiteY150" fmla="*/ 1403642 h 2198909"/>
                <a:gd name="connsiteX151" fmla="*/ 331894 w 10479782"/>
                <a:gd name="connsiteY151" fmla="*/ 1405494 h 2198909"/>
                <a:gd name="connsiteX152" fmla="*/ 395574 w 10479782"/>
                <a:gd name="connsiteY152" fmla="*/ 1418822 h 2198909"/>
                <a:gd name="connsiteX153" fmla="*/ 597169 w 10479782"/>
                <a:gd name="connsiteY153" fmla="*/ 1434557 h 2198909"/>
                <a:gd name="connsiteX154" fmla="*/ 679362 w 10479782"/>
                <a:gd name="connsiteY154" fmla="*/ 1409936 h 2198909"/>
                <a:gd name="connsiteX155" fmla="*/ 703982 w 10479782"/>
                <a:gd name="connsiteY155" fmla="*/ 1409381 h 2198909"/>
                <a:gd name="connsiteX156" fmla="*/ 759147 w 10479782"/>
                <a:gd name="connsiteY156" fmla="*/ 1419007 h 2198909"/>
                <a:gd name="connsiteX157" fmla="*/ 872994 w 10479782"/>
                <a:gd name="connsiteY157" fmla="*/ 1412527 h 2198909"/>
                <a:gd name="connsiteX158" fmla="*/ 915017 w 10479782"/>
                <a:gd name="connsiteY158" fmla="*/ 1402716 h 2198909"/>
                <a:gd name="connsiteX159" fmla="*/ 938341 w 10479782"/>
                <a:gd name="connsiteY159" fmla="*/ 1396421 h 2198909"/>
                <a:gd name="connsiteX160" fmla="*/ 1058113 w 10479782"/>
                <a:gd name="connsiteY160" fmla="*/ 1379021 h 2198909"/>
                <a:gd name="connsiteX161" fmla="*/ 1111427 w 10479782"/>
                <a:gd name="connsiteY161" fmla="*/ 1360325 h 2198909"/>
                <a:gd name="connsiteX162" fmla="*/ 1125867 w 10479782"/>
                <a:gd name="connsiteY162" fmla="*/ 1357548 h 2198909"/>
                <a:gd name="connsiteX163" fmla="*/ 1204911 w 10479782"/>
                <a:gd name="connsiteY163" fmla="*/ 1365321 h 2198909"/>
                <a:gd name="connsiteX164" fmla="*/ 1264149 w 10479782"/>
                <a:gd name="connsiteY164" fmla="*/ 1395496 h 2198909"/>
                <a:gd name="connsiteX165" fmla="*/ 1275627 w 10479782"/>
                <a:gd name="connsiteY165" fmla="*/ 1405679 h 2198909"/>
                <a:gd name="connsiteX166" fmla="*/ 1440752 w 10479782"/>
                <a:gd name="connsiteY166" fmla="*/ 1402160 h 2198909"/>
                <a:gd name="connsiteX167" fmla="*/ 1466113 w 10479782"/>
                <a:gd name="connsiteY167" fmla="*/ 1397903 h 2198909"/>
                <a:gd name="connsiteX168" fmla="*/ 1588663 w 10479782"/>
                <a:gd name="connsiteY168" fmla="*/ 1415674 h 2198909"/>
                <a:gd name="connsiteX169" fmla="*/ 1624390 w 10479782"/>
                <a:gd name="connsiteY169" fmla="*/ 1419192 h 2198909"/>
                <a:gd name="connsiteX170" fmla="*/ 1752492 w 10479782"/>
                <a:gd name="connsiteY170" fmla="*/ 1435112 h 2198909"/>
                <a:gd name="connsiteX171" fmla="*/ 1770632 w 10479782"/>
                <a:gd name="connsiteY171" fmla="*/ 1420303 h 2198909"/>
                <a:gd name="connsiteX172" fmla="*/ 1822836 w 10479782"/>
                <a:gd name="connsiteY172" fmla="*/ 1383093 h 2198909"/>
                <a:gd name="connsiteX173" fmla="*/ 1925762 w 10479782"/>
                <a:gd name="connsiteY173" fmla="*/ 1350143 h 2198909"/>
                <a:gd name="connsiteX174" fmla="*/ 1953716 w 10479782"/>
                <a:gd name="connsiteY174" fmla="*/ 1351993 h 2198909"/>
                <a:gd name="connsiteX175" fmla="*/ 2024430 w 10479782"/>
                <a:gd name="connsiteY175" fmla="*/ 1406975 h 2198909"/>
                <a:gd name="connsiteX176" fmla="*/ 2058863 w 10479782"/>
                <a:gd name="connsiteY176" fmla="*/ 1429002 h 2198909"/>
                <a:gd name="connsiteX177" fmla="*/ 2156605 w 10479782"/>
                <a:gd name="connsiteY177" fmla="*/ 1469544 h 2198909"/>
                <a:gd name="connsiteX178" fmla="*/ 2164750 w 10479782"/>
                <a:gd name="connsiteY178" fmla="*/ 1476948 h 2198909"/>
                <a:gd name="connsiteX179" fmla="*/ 2236945 w 10479782"/>
                <a:gd name="connsiteY179" fmla="*/ 1564880 h 2198909"/>
                <a:gd name="connsiteX180" fmla="*/ 2253235 w 10479782"/>
                <a:gd name="connsiteY180" fmla="*/ 1579874 h 2198909"/>
                <a:gd name="connsiteX181" fmla="*/ 2272859 w 10479782"/>
                <a:gd name="connsiteY181" fmla="*/ 1603200 h 2198909"/>
                <a:gd name="connsiteX182" fmla="*/ 2334132 w 10479782"/>
                <a:gd name="connsiteY182" fmla="*/ 1648369 h 2198909"/>
                <a:gd name="connsiteX183" fmla="*/ 2410031 w 10479782"/>
                <a:gd name="connsiteY183" fmla="*/ 1662807 h 2198909"/>
                <a:gd name="connsiteX184" fmla="*/ 2501665 w 10479782"/>
                <a:gd name="connsiteY184" fmla="*/ 1684837 h 2198909"/>
                <a:gd name="connsiteX185" fmla="*/ 2539985 w 10479782"/>
                <a:gd name="connsiteY185" fmla="*/ 1699646 h 2198909"/>
                <a:gd name="connsiteX186" fmla="*/ 2642724 w 10479782"/>
                <a:gd name="connsiteY186" fmla="*/ 1727784 h 2198909"/>
                <a:gd name="connsiteX187" fmla="*/ 2716031 w 10479782"/>
                <a:gd name="connsiteY187" fmla="*/ 1751479 h 2198909"/>
                <a:gd name="connsiteX188" fmla="*/ 2821734 w 10479782"/>
                <a:gd name="connsiteY188" fmla="*/ 1765363 h 2198909"/>
                <a:gd name="connsiteX189" fmla="*/ 2873011 w 10479782"/>
                <a:gd name="connsiteY189" fmla="*/ 1765917 h 2198909"/>
                <a:gd name="connsiteX190" fmla="*/ 2967236 w 10479782"/>
                <a:gd name="connsiteY190" fmla="*/ 1837003 h 2198909"/>
                <a:gd name="connsiteX191" fmla="*/ 3042395 w 10479782"/>
                <a:gd name="connsiteY191" fmla="*/ 1884024 h 2198909"/>
                <a:gd name="connsiteX192" fmla="*/ 3121440 w 10479782"/>
                <a:gd name="connsiteY192" fmla="*/ 1861254 h 2198909"/>
                <a:gd name="connsiteX193" fmla="*/ 3142914 w 10479782"/>
                <a:gd name="connsiteY193" fmla="*/ 1839780 h 2198909"/>
                <a:gd name="connsiteX194" fmla="*/ 3272497 w 10479782"/>
                <a:gd name="connsiteY194" fmla="*/ 1819418 h 2198909"/>
                <a:gd name="connsiteX195" fmla="*/ 3457615 w 10479782"/>
                <a:gd name="connsiteY195" fmla="*/ 1818677 h 2198909"/>
                <a:gd name="connsiteX196" fmla="*/ 3765467 w 10479782"/>
                <a:gd name="connsiteY196" fmla="*/ 1772397 h 2198909"/>
                <a:gd name="connsiteX197" fmla="*/ 3819150 w 10479782"/>
                <a:gd name="connsiteY197" fmla="*/ 1750923 h 2198909"/>
                <a:gd name="connsiteX198" fmla="*/ 3879498 w 10479782"/>
                <a:gd name="connsiteY198" fmla="*/ 1745555 h 2198909"/>
                <a:gd name="connsiteX199" fmla="*/ 3902639 w 10479782"/>
                <a:gd name="connsiteY199" fmla="*/ 1758699 h 2198909"/>
                <a:gd name="connsiteX200" fmla="*/ 4003898 w 10479782"/>
                <a:gd name="connsiteY200" fmla="*/ 1778321 h 2198909"/>
                <a:gd name="connsiteX201" fmla="*/ 4023152 w 10479782"/>
                <a:gd name="connsiteY201" fmla="*/ 1778692 h 2198909"/>
                <a:gd name="connsiteX202" fmla="*/ 4089054 w 10479782"/>
                <a:gd name="connsiteY202" fmla="*/ 1770360 h 2198909"/>
                <a:gd name="connsiteX203" fmla="*/ 4150142 w 10479782"/>
                <a:gd name="connsiteY203" fmla="*/ 1765548 h 2198909"/>
                <a:gd name="connsiteX204" fmla="*/ 4304160 w 10479782"/>
                <a:gd name="connsiteY204" fmla="*/ 1781283 h 2198909"/>
                <a:gd name="connsiteX205" fmla="*/ 4422267 w 10479782"/>
                <a:gd name="connsiteY205" fmla="*/ 1777580 h 2198909"/>
                <a:gd name="connsiteX206" fmla="*/ 4476691 w 10479782"/>
                <a:gd name="connsiteY206" fmla="*/ 1781282 h 2198909"/>
                <a:gd name="connsiteX207" fmla="*/ 4507419 w 10479782"/>
                <a:gd name="connsiteY207" fmla="*/ 1786837 h 2198909"/>
                <a:gd name="connsiteX208" fmla="*/ 4577023 w 10479782"/>
                <a:gd name="connsiteY208" fmla="*/ 1825526 h 2198909"/>
                <a:gd name="connsiteX209" fmla="*/ 4615158 w 10479782"/>
                <a:gd name="connsiteY209" fmla="*/ 1834227 h 2198909"/>
                <a:gd name="connsiteX210" fmla="*/ 4729932 w 10479782"/>
                <a:gd name="connsiteY210" fmla="*/ 1833487 h 2198909"/>
                <a:gd name="connsiteX211" fmla="*/ 4902090 w 10479782"/>
                <a:gd name="connsiteY211" fmla="*/ 1775174 h 2198909"/>
                <a:gd name="connsiteX212" fmla="*/ 4920048 w 10479782"/>
                <a:gd name="connsiteY212" fmla="*/ 1767398 h 2198909"/>
                <a:gd name="connsiteX213" fmla="*/ 5007609 w 10479782"/>
                <a:gd name="connsiteY213" fmla="*/ 1757772 h 2198909"/>
                <a:gd name="connsiteX214" fmla="*/ 5067031 w 10479782"/>
                <a:gd name="connsiteY214" fmla="*/ 1770916 h 2198909"/>
                <a:gd name="connsiteX215" fmla="*/ 5147929 w 10479782"/>
                <a:gd name="connsiteY215" fmla="*/ 1798129 h 2198909"/>
                <a:gd name="connsiteX216" fmla="*/ 5220680 w 10479782"/>
                <a:gd name="connsiteY216" fmla="*/ 1820899 h 2198909"/>
                <a:gd name="connsiteX217" fmla="*/ 5273623 w 10479782"/>
                <a:gd name="connsiteY217" fmla="*/ 1846629 h 2198909"/>
                <a:gd name="connsiteX218" fmla="*/ 5394691 w 10479782"/>
                <a:gd name="connsiteY218" fmla="*/ 1865512 h 2198909"/>
                <a:gd name="connsiteX219" fmla="*/ 5407280 w 10479782"/>
                <a:gd name="connsiteY219" fmla="*/ 1868658 h 2198909"/>
                <a:gd name="connsiteX220" fmla="*/ 5498358 w 10479782"/>
                <a:gd name="connsiteY220" fmla="*/ 1845704 h 2198909"/>
                <a:gd name="connsiteX221" fmla="*/ 5607761 w 10479782"/>
                <a:gd name="connsiteY221" fmla="*/ 1822380 h 2198909"/>
                <a:gd name="connsiteX222" fmla="*/ 5646821 w 10479782"/>
                <a:gd name="connsiteY222" fmla="*/ 1830338 h 2198909"/>
                <a:gd name="connsiteX223" fmla="*/ 5700320 w 10479782"/>
                <a:gd name="connsiteY223" fmla="*/ 1841632 h 2198909"/>
                <a:gd name="connsiteX224" fmla="*/ 5749931 w 10479782"/>
                <a:gd name="connsiteY224" fmla="*/ 1835708 h 2198909"/>
                <a:gd name="connsiteX225" fmla="*/ 5780107 w 10479782"/>
                <a:gd name="connsiteY225" fmla="*/ 1835153 h 2198909"/>
                <a:gd name="connsiteX226" fmla="*/ 5917835 w 10479782"/>
                <a:gd name="connsiteY226" fmla="*/ 1904386 h 2198909"/>
                <a:gd name="connsiteX227" fmla="*/ 5952821 w 10479782"/>
                <a:gd name="connsiteY227" fmla="*/ 1910125 h 2198909"/>
                <a:gd name="connsiteX228" fmla="*/ 5972630 w 10479782"/>
                <a:gd name="connsiteY228" fmla="*/ 1918641 h 2198909"/>
                <a:gd name="connsiteX229" fmla="*/ 6092032 w 10479782"/>
                <a:gd name="connsiteY229" fmla="*/ 2004536 h 2198909"/>
                <a:gd name="connsiteX230" fmla="*/ 6142754 w 10479782"/>
                <a:gd name="connsiteY230" fmla="*/ 2021936 h 2198909"/>
                <a:gd name="connsiteX231" fmla="*/ 6198473 w 10479782"/>
                <a:gd name="connsiteY231" fmla="*/ 2018418 h 2198909"/>
                <a:gd name="connsiteX232" fmla="*/ 6230685 w 10479782"/>
                <a:gd name="connsiteY232" fmla="*/ 2012125 h 2198909"/>
                <a:gd name="connsiteX233" fmla="*/ 6310656 w 10479782"/>
                <a:gd name="connsiteY233" fmla="*/ 1957515 h 2198909"/>
                <a:gd name="connsiteX234" fmla="*/ 6356194 w 10479782"/>
                <a:gd name="connsiteY234" fmla="*/ 1959367 h 2198909"/>
                <a:gd name="connsiteX235" fmla="*/ 6427279 w 10479782"/>
                <a:gd name="connsiteY235" fmla="*/ 1996945 h 2198909"/>
                <a:gd name="connsiteX236" fmla="*/ 6556307 w 10479782"/>
                <a:gd name="connsiteY236" fmla="*/ 2013791 h 2198909"/>
                <a:gd name="connsiteX237" fmla="*/ 6621839 w 10479782"/>
                <a:gd name="connsiteY237" fmla="*/ 1961217 h 2198909"/>
                <a:gd name="connsiteX238" fmla="*/ 6655715 w 10479782"/>
                <a:gd name="connsiteY238" fmla="*/ 1910681 h 2198909"/>
                <a:gd name="connsiteX239" fmla="*/ 6753644 w 10479782"/>
                <a:gd name="connsiteY239" fmla="*/ 1851999 h 2198909"/>
                <a:gd name="connsiteX240" fmla="*/ 6776969 w 10479782"/>
                <a:gd name="connsiteY240" fmla="*/ 1873841 h 2198909"/>
                <a:gd name="connsiteX241" fmla="*/ 6848795 w 10479782"/>
                <a:gd name="connsiteY241" fmla="*/ 1883099 h 2198909"/>
                <a:gd name="connsiteX242" fmla="*/ 6926543 w 10479782"/>
                <a:gd name="connsiteY242" fmla="*/ 1882358 h 2198909"/>
                <a:gd name="connsiteX243" fmla="*/ 7062050 w 10479782"/>
                <a:gd name="connsiteY243" fmla="*/ 1892169 h 2198909"/>
                <a:gd name="connsiteX244" fmla="*/ 7152202 w 10479782"/>
                <a:gd name="connsiteY244" fmla="*/ 1836078 h 2198909"/>
                <a:gd name="connsiteX245" fmla="*/ 7186635 w 10479782"/>
                <a:gd name="connsiteY245" fmla="*/ 1812938 h 2198909"/>
                <a:gd name="connsiteX246" fmla="*/ 7218845 w 10479782"/>
                <a:gd name="connsiteY246" fmla="*/ 1798129 h 2198909"/>
                <a:gd name="connsiteX247" fmla="*/ 7256055 w 10479782"/>
                <a:gd name="connsiteY247" fmla="*/ 1789799 h 2198909"/>
                <a:gd name="connsiteX248" fmla="*/ 7345837 w 10479782"/>
                <a:gd name="connsiteY248" fmla="*/ 1758328 h 2198909"/>
                <a:gd name="connsiteX249" fmla="*/ 7395078 w 10479782"/>
                <a:gd name="connsiteY249" fmla="*/ 1727413 h 2198909"/>
                <a:gd name="connsiteX250" fmla="*/ 7505779 w 10479782"/>
                <a:gd name="connsiteY250" fmla="*/ 1697609 h 2198909"/>
                <a:gd name="connsiteX251" fmla="*/ 7581123 w 10479782"/>
                <a:gd name="connsiteY251" fmla="*/ 1670952 h 2198909"/>
                <a:gd name="connsiteX252" fmla="*/ 7660538 w 10479782"/>
                <a:gd name="connsiteY252" fmla="*/ 1625043 h 2198909"/>
                <a:gd name="connsiteX253" fmla="*/ 7671645 w 10479782"/>
                <a:gd name="connsiteY253" fmla="*/ 1618009 h 2198909"/>
                <a:gd name="connsiteX254" fmla="*/ 7698302 w 10479782"/>
                <a:gd name="connsiteY254" fmla="*/ 1587834 h 2198909"/>
                <a:gd name="connsiteX255" fmla="*/ 7736991 w 10479782"/>
                <a:gd name="connsiteY255" fmla="*/ 1483984 h 2198909"/>
                <a:gd name="connsiteX256" fmla="*/ 7748098 w 10479782"/>
                <a:gd name="connsiteY256" fmla="*/ 1462879 h 2198909"/>
                <a:gd name="connsiteX257" fmla="*/ 7848987 w 10479782"/>
                <a:gd name="connsiteY257" fmla="*/ 1391794 h 2198909"/>
                <a:gd name="connsiteX258" fmla="*/ 7886382 w 10479782"/>
                <a:gd name="connsiteY258" fmla="*/ 1398458 h 2198909"/>
                <a:gd name="connsiteX259" fmla="*/ 7927662 w 10479782"/>
                <a:gd name="connsiteY259" fmla="*/ 1421784 h 2198909"/>
                <a:gd name="connsiteX260" fmla="*/ 8018186 w 10479782"/>
                <a:gd name="connsiteY260" fmla="*/ 1427893 h 2198909"/>
                <a:gd name="connsiteX261" fmla="*/ 8052063 w 10479782"/>
                <a:gd name="connsiteY261" fmla="*/ 1415860 h 2198909"/>
                <a:gd name="connsiteX262" fmla="*/ 8111299 w 10479782"/>
                <a:gd name="connsiteY262" fmla="*/ 1383464 h 2198909"/>
                <a:gd name="connsiteX263" fmla="*/ 8157024 w 10479782"/>
                <a:gd name="connsiteY263" fmla="*/ 1333297 h 2198909"/>
                <a:gd name="connsiteX264" fmla="*/ 8223482 w 10479782"/>
                <a:gd name="connsiteY264" fmla="*/ 1250364 h 2198909"/>
                <a:gd name="connsiteX265" fmla="*/ 8351027 w 10479782"/>
                <a:gd name="connsiteY265" fmla="*/ 1218708 h 2198909"/>
                <a:gd name="connsiteX266" fmla="*/ 8400085 w 10479782"/>
                <a:gd name="connsiteY266" fmla="*/ 1208157 h 2198909"/>
                <a:gd name="connsiteX267" fmla="*/ 8578539 w 10479782"/>
                <a:gd name="connsiteY267" fmla="*/ 1163913 h 2198909"/>
                <a:gd name="connsiteX268" fmla="*/ 8594087 w 10479782"/>
                <a:gd name="connsiteY268" fmla="*/ 1162432 h 2198909"/>
                <a:gd name="connsiteX269" fmla="*/ 8717746 w 10479782"/>
                <a:gd name="connsiteY269" fmla="*/ 1111526 h 2198909"/>
                <a:gd name="connsiteX270" fmla="*/ 8747550 w 10479782"/>
                <a:gd name="connsiteY270" fmla="*/ 1098936 h 2198909"/>
                <a:gd name="connsiteX271" fmla="*/ 8784019 w 10479782"/>
                <a:gd name="connsiteY271" fmla="*/ 1066727 h 2198909"/>
                <a:gd name="connsiteX272" fmla="*/ 8817712 w 10479782"/>
                <a:gd name="connsiteY272" fmla="*/ 975833 h 2198909"/>
                <a:gd name="connsiteX273" fmla="*/ 8857141 w 10479782"/>
                <a:gd name="connsiteY273" fmla="*/ 934367 h 2198909"/>
                <a:gd name="connsiteX274" fmla="*/ 8885835 w 10479782"/>
                <a:gd name="connsiteY274" fmla="*/ 909191 h 2198909"/>
                <a:gd name="connsiteX275" fmla="*/ 8911009 w 10479782"/>
                <a:gd name="connsiteY275" fmla="*/ 871057 h 2198909"/>
                <a:gd name="connsiteX276" fmla="*/ 8936185 w 10479782"/>
                <a:gd name="connsiteY276" fmla="*/ 779794 h 2198909"/>
                <a:gd name="connsiteX277" fmla="*/ 8974877 w 10479782"/>
                <a:gd name="connsiteY277" fmla="*/ 698896 h 2198909"/>
                <a:gd name="connsiteX278" fmla="*/ 9044481 w 10479782"/>
                <a:gd name="connsiteY278" fmla="*/ 654099 h 2198909"/>
                <a:gd name="connsiteX279" fmla="*/ 9087613 w 10479782"/>
                <a:gd name="connsiteY279" fmla="*/ 630588 h 2198909"/>
                <a:gd name="connsiteX280" fmla="*/ 9258478 w 10479782"/>
                <a:gd name="connsiteY280" fmla="*/ 654284 h 2198909"/>
                <a:gd name="connsiteX281" fmla="*/ 9375101 w 10479782"/>
                <a:gd name="connsiteY281" fmla="*/ 677423 h 2198909"/>
                <a:gd name="connsiteX282" fmla="*/ 9413421 w 10479782"/>
                <a:gd name="connsiteY282" fmla="*/ 668537 h 2198909"/>
                <a:gd name="connsiteX283" fmla="*/ 9521715 w 10479782"/>
                <a:gd name="connsiteY283" fmla="*/ 593009 h 2198909"/>
                <a:gd name="connsiteX284" fmla="*/ 9628714 w 10479782"/>
                <a:gd name="connsiteY284" fmla="*/ 559319 h 2198909"/>
                <a:gd name="connsiteX285" fmla="*/ 9709239 w 10479782"/>
                <a:gd name="connsiteY285" fmla="*/ 549692 h 2198909"/>
                <a:gd name="connsiteX286" fmla="*/ 9778472 w 10479782"/>
                <a:gd name="connsiteY286" fmla="*/ 542288 h 2198909"/>
                <a:gd name="connsiteX287" fmla="*/ 9861592 w 10479782"/>
                <a:gd name="connsiteY287" fmla="*/ 521554 h 2198909"/>
                <a:gd name="connsiteX288" fmla="*/ 9908613 w 10479782"/>
                <a:gd name="connsiteY288" fmla="*/ 498969 h 2198909"/>
                <a:gd name="connsiteX289" fmla="*/ 9983398 w 10479782"/>
                <a:gd name="connsiteY289" fmla="*/ 466574 h 2198909"/>
                <a:gd name="connsiteX290" fmla="*/ 10060038 w 10479782"/>
                <a:gd name="connsiteY290" fmla="*/ 424553 h 2198909"/>
                <a:gd name="connsiteX291" fmla="*/ 10118905 w 10479782"/>
                <a:gd name="connsiteY291" fmla="*/ 365684 h 2198909"/>
                <a:gd name="connsiteX292" fmla="*/ 10150561 w 10479782"/>
                <a:gd name="connsiteY292" fmla="*/ 316072 h 2198909"/>
                <a:gd name="connsiteX293" fmla="*/ 10243306 w 10479782"/>
                <a:gd name="connsiteY293" fmla="*/ 244987 h 2198909"/>
                <a:gd name="connsiteX294" fmla="*/ 10327164 w 10479782"/>
                <a:gd name="connsiteY294" fmla="*/ 110961 h 2198909"/>
                <a:gd name="connsiteX295" fmla="*/ 10379738 w 10479782"/>
                <a:gd name="connsiteY295" fmla="*/ 55241 h 2198909"/>
                <a:gd name="connsiteX296" fmla="*/ 10409541 w 10479782"/>
                <a:gd name="connsiteY296" fmla="*/ 39507 h 2198909"/>
                <a:gd name="connsiteX297" fmla="*/ 10460263 w 10479782"/>
                <a:gd name="connsiteY297" fmla="*/ 817 h 2198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</a:cxnLst>
              <a:rect l="l" t="t" r="r" b="b"/>
              <a:pathLst>
                <a:path w="10479782" h="2198909">
                  <a:moveTo>
                    <a:pt x="10461499" y="0"/>
                  </a:moveTo>
                  <a:lnTo>
                    <a:pt x="10479782" y="268945"/>
                  </a:lnTo>
                  <a:lnTo>
                    <a:pt x="10440826" y="322737"/>
                  </a:lnTo>
                  <a:cubicBezTo>
                    <a:pt x="10431756" y="335140"/>
                    <a:pt x="10423424" y="349765"/>
                    <a:pt x="10411022" y="357725"/>
                  </a:cubicBezTo>
                  <a:cubicBezTo>
                    <a:pt x="10385290" y="374385"/>
                    <a:pt x="10357152" y="387898"/>
                    <a:pt x="10329570" y="401597"/>
                  </a:cubicBezTo>
                  <a:cubicBezTo>
                    <a:pt x="10305875" y="413260"/>
                    <a:pt x="10280699" y="421960"/>
                    <a:pt x="10257560" y="434548"/>
                  </a:cubicBezTo>
                  <a:cubicBezTo>
                    <a:pt x="10239048" y="444545"/>
                    <a:pt x="10222571" y="458429"/>
                    <a:pt x="10205356" y="471018"/>
                  </a:cubicBezTo>
                  <a:cubicBezTo>
                    <a:pt x="10190361" y="481938"/>
                    <a:pt x="10173886" y="491379"/>
                    <a:pt x="10161298" y="504523"/>
                  </a:cubicBezTo>
                  <a:cubicBezTo>
                    <a:pt x="10130568" y="536364"/>
                    <a:pt x="10099653" y="567648"/>
                    <a:pt x="10061519" y="591159"/>
                  </a:cubicBezTo>
                  <a:cubicBezTo>
                    <a:pt x="10023940" y="614483"/>
                    <a:pt x="9988397" y="640586"/>
                    <a:pt x="9951004" y="664281"/>
                  </a:cubicBezTo>
                  <a:cubicBezTo>
                    <a:pt x="9914350" y="687420"/>
                    <a:pt x="9881213" y="712781"/>
                    <a:pt x="9862146" y="753878"/>
                  </a:cubicBezTo>
                  <a:cubicBezTo>
                    <a:pt x="9853631" y="772019"/>
                    <a:pt x="9841599" y="791827"/>
                    <a:pt x="9825493" y="802378"/>
                  </a:cubicBezTo>
                  <a:cubicBezTo>
                    <a:pt x="9802538" y="817372"/>
                    <a:pt x="9773475" y="822742"/>
                    <a:pt x="9748484" y="835515"/>
                  </a:cubicBezTo>
                  <a:cubicBezTo>
                    <a:pt x="9719050" y="850509"/>
                    <a:pt x="9684990" y="863468"/>
                    <a:pt x="9664995" y="887348"/>
                  </a:cubicBezTo>
                  <a:cubicBezTo>
                    <a:pt x="9647224" y="908637"/>
                    <a:pt x="9629268" y="925296"/>
                    <a:pt x="9605757" y="938809"/>
                  </a:cubicBezTo>
                  <a:cubicBezTo>
                    <a:pt x="9589282" y="948251"/>
                    <a:pt x="9577066" y="965466"/>
                    <a:pt x="9560035" y="973242"/>
                  </a:cubicBezTo>
                  <a:cubicBezTo>
                    <a:pt x="9537636" y="983609"/>
                    <a:pt x="9515050" y="991754"/>
                    <a:pt x="9495427" y="1007860"/>
                  </a:cubicBezTo>
                  <a:cubicBezTo>
                    <a:pt x="9475065" y="1024520"/>
                    <a:pt x="9451926" y="1037663"/>
                    <a:pt x="9430637" y="1053214"/>
                  </a:cubicBezTo>
                  <a:cubicBezTo>
                    <a:pt x="9419345" y="1061543"/>
                    <a:pt x="9410088" y="1072466"/>
                    <a:pt x="9399167" y="1081166"/>
                  </a:cubicBezTo>
                  <a:cubicBezTo>
                    <a:pt x="9379175" y="1097086"/>
                    <a:pt x="9358811" y="1112636"/>
                    <a:pt x="9338262" y="1127630"/>
                  </a:cubicBezTo>
                  <a:cubicBezTo>
                    <a:pt x="9317715" y="1142626"/>
                    <a:pt x="9298092" y="1160026"/>
                    <a:pt x="9275507" y="1170948"/>
                  </a:cubicBezTo>
                  <a:cubicBezTo>
                    <a:pt x="9237004" y="1189460"/>
                    <a:pt x="9194982" y="1200568"/>
                    <a:pt x="9157587" y="1220560"/>
                  </a:cubicBezTo>
                  <a:cubicBezTo>
                    <a:pt x="9119638" y="1240922"/>
                    <a:pt x="9083911" y="1266470"/>
                    <a:pt x="9050218" y="1293496"/>
                  </a:cubicBezTo>
                  <a:cubicBezTo>
                    <a:pt x="9023561" y="1314785"/>
                    <a:pt x="8998572" y="1335890"/>
                    <a:pt x="8965064" y="1346810"/>
                  </a:cubicBezTo>
                  <a:cubicBezTo>
                    <a:pt x="8946367" y="1352920"/>
                    <a:pt x="8926746" y="1366249"/>
                    <a:pt x="8915452" y="1381799"/>
                  </a:cubicBezTo>
                  <a:cubicBezTo>
                    <a:pt x="8891017" y="1415674"/>
                    <a:pt x="8859732" y="1439555"/>
                    <a:pt x="8824374" y="1459917"/>
                  </a:cubicBezTo>
                  <a:cubicBezTo>
                    <a:pt x="8777169" y="1487315"/>
                    <a:pt x="8730519" y="1515268"/>
                    <a:pt x="8683128" y="1542110"/>
                  </a:cubicBezTo>
                  <a:cubicBezTo>
                    <a:pt x="8655177" y="1558031"/>
                    <a:pt x="8627410" y="1574875"/>
                    <a:pt x="8597789" y="1586538"/>
                  </a:cubicBezTo>
                  <a:cubicBezTo>
                    <a:pt x="8537257" y="1610604"/>
                    <a:pt x="8475242" y="1631151"/>
                    <a:pt x="8414152" y="1653552"/>
                  </a:cubicBezTo>
                  <a:cubicBezTo>
                    <a:pt x="8394160" y="1660770"/>
                    <a:pt x="8375278" y="1671137"/>
                    <a:pt x="8354914" y="1677432"/>
                  </a:cubicBezTo>
                  <a:cubicBezTo>
                    <a:pt x="8332885" y="1684281"/>
                    <a:pt x="8309192" y="1686317"/>
                    <a:pt x="8287162" y="1693166"/>
                  </a:cubicBezTo>
                  <a:cubicBezTo>
                    <a:pt x="8250508" y="1704458"/>
                    <a:pt x="8214965" y="1718898"/>
                    <a:pt x="8178313" y="1730375"/>
                  </a:cubicBezTo>
                  <a:cubicBezTo>
                    <a:pt x="8107597" y="1752404"/>
                    <a:pt x="8036696" y="1773509"/>
                    <a:pt x="7965797" y="1794426"/>
                  </a:cubicBezTo>
                  <a:cubicBezTo>
                    <a:pt x="7950618" y="1798869"/>
                    <a:pt x="7934141" y="1799425"/>
                    <a:pt x="7919147" y="1804237"/>
                  </a:cubicBezTo>
                  <a:cubicBezTo>
                    <a:pt x="7879346" y="1817196"/>
                    <a:pt x="7839730" y="1831264"/>
                    <a:pt x="7800300" y="1845519"/>
                  </a:cubicBezTo>
                  <a:cubicBezTo>
                    <a:pt x="7776421" y="1854220"/>
                    <a:pt x="7753095" y="1864956"/>
                    <a:pt x="7729030" y="1873286"/>
                  </a:cubicBezTo>
                  <a:cubicBezTo>
                    <a:pt x="7709778" y="1879950"/>
                    <a:pt x="7689970" y="1885133"/>
                    <a:pt x="7669977" y="1889207"/>
                  </a:cubicBezTo>
                  <a:cubicBezTo>
                    <a:pt x="7652762" y="1892725"/>
                    <a:pt x="7634806" y="1892354"/>
                    <a:pt x="7617775" y="1896611"/>
                  </a:cubicBezTo>
                  <a:cubicBezTo>
                    <a:pt x="7571679" y="1908088"/>
                    <a:pt x="7526141" y="1921047"/>
                    <a:pt x="7480416" y="1933264"/>
                  </a:cubicBezTo>
                  <a:cubicBezTo>
                    <a:pt x="7462091" y="1938078"/>
                    <a:pt x="7443393" y="1941596"/>
                    <a:pt x="7425622" y="1947704"/>
                  </a:cubicBezTo>
                  <a:cubicBezTo>
                    <a:pt x="7378046" y="1963810"/>
                    <a:pt x="7331212" y="1982135"/>
                    <a:pt x="7283451" y="1997316"/>
                  </a:cubicBezTo>
                  <a:cubicBezTo>
                    <a:pt x="7243837" y="2009904"/>
                    <a:pt x="7203111" y="2018974"/>
                    <a:pt x="7162938" y="2030081"/>
                  </a:cubicBezTo>
                  <a:cubicBezTo>
                    <a:pt x="7145908" y="2034895"/>
                    <a:pt x="7129617" y="2041744"/>
                    <a:pt x="7112588" y="2045816"/>
                  </a:cubicBezTo>
                  <a:cubicBezTo>
                    <a:pt x="7074453" y="2055073"/>
                    <a:pt x="7035763" y="2062847"/>
                    <a:pt x="6997443" y="2072103"/>
                  </a:cubicBezTo>
                  <a:cubicBezTo>
                    <a:pt x="6975599" y="2077471"/>
                    <a:pt x="6954496" y="2087098"/>
                    <a:pt x="6932282" y="2090616"/>
                  </a:cubicBezTo>
                  <a:cubicBezTo>
                    <a:pt x="6879523" y="2098945"/>
                    <a:pt x="6826394" y="2104869"/>
                    <a:pt x="6773265" y="2111533"/>
                  </a:cubicBezTo>
                  <a:cubicBezTo>
                    <a:pt x="6718472" y="2118382"/>
                    <a:pt x="6663862" y="2125602"/>
                    <a:pt x="6609064" y="2131711"/>
                  </a:cubicBezTo>
                  <a:cubicBezTo>
                    <a:pt x="6579076" y="2134859"/>
                    <a:pt x="6548901" y="2135413"/>
                    <a:pt x="6518913" y="2138375"/>
                  </a:cubicBezTo>
                  <a:cubicBezTo>
                    <a:pt x="6492626" y="2140967"/>
                    <a:pt x="6466524" y="2145780"/>
                    <a:pt x="6440239" y="2148928"/>
                  </a:cubicBezTo>
                  <a:cubicBezTo>
                    <a:pt x="6417469" y="2151519"/>
                    <a:pt x="6394514" y="2153000"/>
                    <a:pt x="6371744" y="2155592"/>
                  </a:cubicBezTo>
                  <a:cubicBezTo>
                    <a:pt x="6335276" y="2159848"/>
                    <a:pt x="6298993" y="2164663"/>
                    <a:pt x="6262710" y="2169105"/>
                  </a:cubicBezTo>
                  <a:cubicBezTo>
                    <a:pt x="6247532" y="2170771"/>
                    <a:pt x="6231610" y="2175399"/>
                    <a:pt x="6217357" y="2172623"/>
                  </a:cubicBezTo>
                  <a:cubicBezTo>
                    <a:pt x="6181442" y="2165588"/>
                    <a:pt x="6146085" y="2167624"/>
                    <a:pt x="6110358" y="2172437"/>
                  </a:cubicBezTo>
                  <a:cubicBezTo>
                    <a:pt x="6098141" y="2174104"/>
                    <a:pt x="6084997" y="2173733"/>
                    <a:pt x="6073149" y="2170587"/>
                  </a:cubicBezTo>
                  <a:cubicBezTo>
                    <a:pt x="6048898" y="2164291"/>
                    <a:pt x="6025389" y="2155406"/>
                    <a:pt x="6001508" y="2147632"/>
                  </a:cubicBezTo>
                  <a:cubicBezTo>
                    <a:pt x="5998915" y="2146707"/>
                    <a:pt x="5995769" y="2146520"/>
                    <a:pt x="5992994" y="2145966"/>
                  </a:cubicBezTo>
                  <a:cubicBezTo>
                    <a:pt x="5977257" y="2142818"/>
                    <a:pt x="5961709" y="2139671"/>
                    <a:pt x="5945973" y="2136894"/>
                  </a:cubicBezTo>
                  <a:cubicBezTo>
                    <a:pt x="5937458" y="2135413"/>
                    <a:pt x="5928757" y="2135228"/>
                    <a:pt x="5920240" y="2133932"/>
                  </a:cubicBezTo>
                  <a:cubicBezTo>
                    <a:pt x="5887290" y="2128749"/>
                    <a:pt x="5851007" y="2137450"/>
                    <a:pt x="5822498" y="2115051"/>
                  </a:cubicBezTo>
                  <a:cubicBezTo>
                    <a:pt x="5803987" y="2100611"/>
                    <a:pt x="5786030" y="2103944"/>
                    <a:pt x="5766224" y="2106165"/>
                  </a:cubicBezTo>
                  <a:cubicBezTo>
                    <a:pt x="5751228" y="2107831"/>
                    <a:pt x="5735863" y="2107275"/>
                    <a:pt x="5720684" y="2107461"/>
                  </a:cubicBezTo>
                  <a:cubicBezTo>
                    <a:pt x="5694027" y="2108016"/>
                    <a:pt x="5667370" y="2108202"/>
                    <a:pt x="5640713" y="2109127"/>
                  </a:cubicBezTo>
                  <a:cubicBezTo>
                    <a:pt x="5632196" y="2109497"/>
                    <a:pt x="5623498" y="2114126"/>
                    <a:pt x="5615165" y="2113386"/>
                  </a:cubicBezTo>
                  <a:cubicBezTo>
                    <a:pt x="5576661" y="2109868"/>
                    <a:pt x="5538157" y="2104313"/>
                    <a:pt x="5499652" y="2101167"/>
                  </a:cubicBezTo>
                  <a:cubicBezTo>
                    <a:pt x="5477809" y="2099316"/>
                    <a:pt x="5455409" y="2102832"/>
                    <a:pt x="5433750" y="2100242"/>
                  </a:cubicBezTo>
                  <a:cubicBezTo>
                    <a:pt x="5408761" y="2097280"/>
                    <a:pt x="5384325" y="2089690"/>
                    <a:pt x="5359518" y="2085061"/>
                  </a:cubicBezTo>
                  <a:cubicBezTo>
                    <a:pt x="5352669" y="2083767"/>
                    <a:pt x="5345080" y="2085432"/>
                    <a:pt x="5337859" y="2085801"/>
                  </a:cubicBezTo>
                  <a:cubicBezTo>
                    <a:pt x="5329714" y="2086172"/>
                    <a:pt x="5321754" y="2086913"/>
                    <a:pt x="5313608" y="2087098"/>
                  </a:cubicBezTo>
                  <a:cubicBezTo>
                    <a:pt x="5288802" y="2087469"/>
                    <a:pt x="5263997" y="2086913"/>
                    <a:pt x="5239190" y="2088209"/>
                  </a:cubicBezTo>
                  <a:cubicBezTo>
                    <a:pt x="5224011" y="2088950"/>
                    <a:pt x="5208092" y="2096539"/>
                    <a:pt x="5194022" y="2093762"/>
                  </a:cubicBezTo>
                  <a:cubicBezTo>
                    <a:pt x="5165329" y="2088394"/>
                    <a:pt x="5136636" y="2100426"/>
                    <a:pt x="5107944" y="2090431"/>
                  </a:cubicBezTo>
                  <a:cubicBezTo>
                    <a:pt x="5099057" y="2087469"/>
                    <a:pt x="5086840" y="2094874"/>
                    <a:pt x="5076101" y="2095243"/>
                  </a:cubicBezTo>
                  <a:cubicBezTo>
                    <a:pt x="5049260" y="2096168"/>
                    <a:pt x="5022419" y="2095983"/>
                    <a:pt x="4995576" y="2095799"/>
                  </a:cubicBezTo>
                  <a:cubicBezTo>
                    <a:pt x="4971510" y="2095614"/>
                    <a:pt x="4946519" y="2098205"/>
                    <a:pt x="4923380" y="2093021"/>
                  </a:cubicBezTo>
                  <a:cubicBezTo>
                    <a:pt x="4899129" y="2087468"/>
                    <a:pt x="4877286" y="2088209"/>
                    <a:pt x="4853775" y="2094502"/>
                  </a:cubicBezTo>
                  <a:cubicBezTo>
                    <a:pt x="4837670" y="2098760"/>
                    <a:pt x="4820639" y="2099316"/>
                    <a:pt x="4803979" y="2100611"/>
                  </a:cubicBezTo>
                  <a:cubicBezTo>
                    <a:pt x="4786023" y="2102092"/>
                    <a:pt x="4766215" y="2098205"/>
                    <a:pt x="4749925" y="2104313"/>
                  </a:cubicBezTo>
                  <a:cubicBezTo>
                    <a:pt x="4701422" y="2122456"/>
                    <a:pt x="4651626" y="2126343"/>
                    <a:pt x="4600905" y="2126343"/>
                  </a:cubicBezTo>
                  <a:cubicBezTo>
                    <a:pt x="4591648" y="2126343"/>
                    <a:pt x="4582206" y="2123752"/>
                    <a:pt x="4573322" y="2120975"/>
                  </a:cubicBezTo>
                  <a:cubicBezTo>
                    <a:pt x="4521488" y="2104313"/>
                    <a:pt x="4469470" y="2105794"/>
                    <a:pt x="4416711" y="2115976"/>
                  </a:cubicBezTo>
                  <a:cubicBezTo>
                    <a:pt x="4405789" y="2118198"/>
                    <a:pt x="4393572" y="2118569"/>
                    <a:pt x="4382651" y="2116347"/>
                  </a:cubicBezTo>
                  <a:cubicBezTo>
                    <a:pt x="4351919" y="2109868"/>
                    <a:pt x="4322116" y="2099130"/>
                    <a:pt x="4291200" y="2094502"/>
                  </a:cubicBezTo>
                  <a:cubicBezTo>
                    <a:pt x="4240110" y="2086913"/>
                    <a:pt x="4195867" y="2112458"/>
                    <a:pt x="4150141" y="2129120"/>
                  </a:cubicBezTo>
                  <a:cubicBezTo>
                    <a:pt x="4106639" y="2144854"/>
                    <a:pt x="4069615" y="2180397"/>
                    <a:pt x="4018151" y="2172437"/>
                  </a:cubicBezTo>
                  <a:cubicBezTo>
                    <a:pt x="4012969" y="2171696"/>
                    <a:pt x="4007231" y="2176695"/>
                    <a:pt x="4001491" y="2177991"/>
                  </a:cubicBezTo>
                  <a:cubicBezTo>
                    <a:pt x="3985757" y="2181509"/>
                    <a:pt x="3970022" y="2185765"/>
                    <a:pt x="3954101" y="2187433"/>
                  </a:cubicBezTo>
                  <a:cubicBezTo>
                    <a:pt x="3934664" y="2189654"/>
                    <a:pt x="3914857" y="2188913"/>
                    <a:pt x="3895419" y="2190764"/>
                  </a:cubicBezTo>
                  <a:cubicBezTo>
                    <a:pt x="3870427" y="2192985"/>
                    <a:pt x="3845808" y="2198909"/>
                    <a:pt x="3821000" y="2198909"/>
                  </a:cubicBezTo>
                  <a:cubicBezTo>
                    <a:pt x="3801008" y="2198909"/>
                    <a:pt x="3781199" y="2192060"/>
                    <a:pt x="3761394" y="2188727"/>
                  </a:cubicBezTo>
                  <a:cubicBezTo>
                    <a:pt x="3733440" y="2184100"/>
                    <a:pt x="3702710" y="2185396"/>
                    <a:pt x="3678089" y="2173548"/>
                  </a:cubicBezTo>
                  <a:cubicBezTo>
                    <a:pt x="3651803" y="2160960"/>
                    <a:pt x="3626812" y="2155221"/>
                    <a:pt x="3599599" y="2159108"/>
                  </a:cubicBezTo>
                  <a:cubicBezTo>
                    <a:pt x="3590529" y="2160404"/>
                    <a:pt x="3578866" y="2168180"/>
                    <a:pt x="3574795" y="2176139"/>
                  </a:cubicBezTo>
                  <a:cubicBezTo>
                    <a:pt x="3565722" y="2193910"/>
                    <a:pt x="3553321" y="2197059"/>
                    <a:pt x="3536474" y="2190949"/>
                  </a:cubicBezTo>
                  <a:cubicBezTo>
                    <a:pt x="3521850" y="2185765"/>
                    <a:pt x="3503894" y="2183174"/>
                    <a:pt x="3493898" y="2173177"/>
                  </a:cubicBezTo>
                  <a:cubicBezTo>
                    <a:pt x="3465573" y="2144855"/>
                    <a:pt x="3429475" y="2143929"/>
                    <a:pt x="3394304" y="2136340"/>
                  </a:cubicBezTo>
                  <a:cubicBezTo>
                    <a:pt x="3372832" y="2131711"/>
                    <a:pt x="3352837" y="2131526"/>
                    <a:pt x="3331364" y="2134672"/>
                  </a:cubicBezTo>
                  <a:cubicBezTo>
                    <a:pt x="3284716" y="2141708"/>
                    <a:pt x="3239360" y="2131711"/>
                    <a:pt x="3194561" y="2118938"/>
                  </a:cubicBezTo>
                  <a:cubicBezTo>
                    <a:pt x="3164942" y="2110423"/>
                    <a:pt x="3134583" y="2105240"/>
                    <a:pt x="3105150" y="2096539"/>
                  </a:cubicBezTo>
                  <a:cubicBezTo>
                    <a:pt x="3083120" y="2089875"/>
                    <a:pt x="3061093" y="2081914"/>
                    <a:pt x="3040916" y="2071178"/>
                  </a:cubicBezTo>
                  <a:cubicBezTo>
                    <a:pt x="3011664" y="2055442"/>
                    <a:pt x="2986121" y="2031747"/>
                    <a:pt x="2948911" y="2038042"/>
                  </a:cubicBezTo>
                  <a:cubicBezTo>
                    <a:pt x="2916143" y="2043595"/>
                    <a:pt x="2886526" y="2031933"/>
                    <a:pt x="2856536" y="2020826"/>
                  </a:cubicBezTo>
                  <a:cubicBezTo>
                    <a:pt x="2834507" y="2012681"/>
                    <a:pt x="2812481" y="2004349"/>
                    <a:pt x="2789709" y="1999166"/>
                  </a:cubicBezTo>
                  <a:cubicBezTo>
                    <a:pt x="2762681" y="1993058"/>
                    <a:pt x="2732137" y="1995650"/>
                    <a:pt x="2708071" y="1984356"/>
                  </a:cubicBezTo>
                  <a:cubicBezTo>
                    <a:pt x="2682894" y="1972509"/>
                    <a:pt x="2661979" y="1980470"/>
                    <a:pt x="2639578" y="1983803"/>
                  </a:cubicBezTo>
                  <a:cubicBezTo>
                    <a:pt x="2603850" y="1988986"/>
                    <a:pt x="2568306" y="1998612"/>
                    <a:pt x="2532209" y="1986393"/>
                  </a:cubicBezTo>
                  <a:cubicBezTo>
                    <a:pt x="2488337" y="1971584"/>
                    <a:pt x="2444833" y="1955665"/>
                    <a:pt x="2400776" y="1941596"/>
                  </a:cubicBezTo>
                  <a:cubicBezTo>
                    <a:pt x="2383743" y="1936226"/>
                    <a:pt x="2365420" y="1934004"/>
                    <a:pt x="2347647" y="1931598"/>
                  </a:cubicBezTo>
                  <a:cubicBezTo>
                    <a:pt x="2330802" y="1929562"/>
                    <a:pt x="2310625" y="1934745"/>
                    <a:pt x="2297664" y="1926971"/>
                  </a:cubicBezTo>
                  <a:cubicBezTo>
                    <a:pt x="2264343" y="1906978"/>
                    <a:pt x="2230098" y="1897168"/>
                    <a:pt x="2191592" y="1897167"/>
                  </a:cubicBezTo>
                  <a:cubicBezTo>
                    <a:pt x="2177152" y="1897167"/>
                    <a:pt x="2163082" y="1888836"/>
                    <a:pt x="2148460" y="1887355"/>
                  </a:cubicBezTo>
                  <a:cubicBezTo>
                    <a:pt x="2128465" y="1885505"/>
                    <a:pt x="2105510" y="1880506"/>
                    <a:pt x="2088110" y="1887541"/>
                  </a:cubicBezTo>
                  <a:cubicBezTo>
                    <a:pt x="2047200" y="1904201"/>
                    <a:pt x="2014065" y="1890317"/>
                    <a:pt x="1978335" y="1873842"/>
                  </a:cubicBezTo>
                  <a:cubicBezTo>
                    <a:pt x="1943162" y="1857551"/>
                    <a:pt x="1906138" y="1844594"/>
                    <a:pt x="1868746" y="1833856"/>
                  </a:cubicBezTo>
                  <a:cubicBezTo>
                    <a:pt x="1854677" y="1829969"/>
                    <a:pt x="1837833" y="1836449"/>
                    <a:pt x="1822281" y="1837743"/>
                  </a:cubicBezTo>
                  <a:cubicBezTo>
                    <a:pt x="1816726" y="1838114"/>
                    <a:pt x="1810617" y="1838670"/>
                    <a:pt x="1805620" y="1836818"/>
                  </a:cubicBezTo>
                  <a:cubicBezTo>
                    <a:pt x="1757306" y="1819047"/>
                    <a:pt x="1708248" y="1805534"/>
                    <a:pt x="1655861" y="1814789"/>
                  </a:cubicBezTo>
                  <a:cubicBezTo>
                    <a:pt x="1651049" y="1815716"/>
                    <a:pt x="1645678" y="1813679"/>
                    <a:pt x="1640864" y="1812383"/>
                  </a:cubicBezTo>
                  <a:cubicBezTo>
                    <a:pt x="1617354" y="1805718"/>
                    <a:pt x="1594400" y="1795167"/>
                    <a:pt x="1570522" y="1792761"/>
                  </a:cubicBezTo>
                  <a:cubicBezTo>
                    <a:pt x="1511653" y="1786837"/>
                    <a:pt x="1452417" y="1784429"/>
                    <a:pt x="1393176" y="1780542"/>
                  </a:cubicBezTo>
                  <a:cubicBezTo>
                    <a:pt x="1389473" y="1780357"/>
                    <a:pt x="1385586" y="1780357"/>
                    <a:pt x="1382255" y="1779061"/>
                  </a:cubicBezTo>
                  <a:cubicBezTo>
                    <a:pt x="1360410" y="1771101"/>
                    <a:pt x="1341344" y="1773693"/>
                    <a:pt x="1322831" y="1788872"/>
                  </a:cubicBezTo>
                  <a:cubicBezTo>
                    <a:pt x="1314686" y="1795536"/>
                    <a:pt x="1303578" y="1799054"/>
                    <a:pt x="1293399" y="1802756"/>
                  </a:cubicBezTo>
                  <a:cubicBezTo>
                    <a:pt x="1278402" y="1808311"/>
                    <a:pt x="1263039" y="1813679"/>
                    <a:pt x="1247489" y="1817197"/>
                  </a:cubicBezTo>
                  <a:cubicBezTo>
                    <a:pt x="1232124" y="1820527"/>
                    <a:pt x="1215649" y="1825155"/>
                    <a:pt x="1200839" y="1822564"/>
                  </a:cubicBezTo>
                  <a:cubicBezTo>
                    <a:pt x="1174182" y="1817937"/>
                    <a:pt x="1148820" y="1807570"/>
                    <a:pt x="1122534" y="1800720"/>
                  </a:cubicBezTo>
                  <a:cubicBezTo>
                    <a:pt x="1113464" y="1798313"/>
                    <a:pt x="1103466" y="1798685"/>
                    <a:pt x="1094027" y="1798498"/>
                  </a:cubicBezTo>
                  <a:cubicBezTo>
                    <a:pt x="1072366" y="1797944"/>
                    <a:pt x="1050152" y="1803312"/>
                    <a:pt x="1030531" y="1787947"/>
                  </a:cubicBezTo>
                  <a:cubicBezTo>
                    <a:pt x="1012390" y="1773508"/>
                    <a:pt x="994061" y="1777765"/>
                    <a:pt x="974995" y="1788687"/>
                  </a:cubicBezTo>
                  <a:cubicBezTo>
                    <a:pt x="961296" y="1796463"/>
                    <a:pt x="945747" y="1802571"/>
                    <a:pt x="930382" y="1805534"/>
                  </a:cubicBezTo>
                  <a:cubicBezTo>
                    <a:pt x="909278" y="1809605"/>
                    <a:pt x="888360" y="1811273"/>
                    <a:pt x="865590" y="1808865"/>
                  </a:cubicBezTo>
                  <a:cubicBezTo>
                    <a:pt x="849484" y="1807199"/>
                    <a:pt x="836340" y="1806459"/>
                    <a:pt x="823752" y="1796648"/>
                  </a:cubicBezTo>
                  <a:cubicBezTo>
                    <a:pt x="821717" y="1795167"/>
                    <a:pt x="818015" y="1794796"/>
                    <a:pt x="815238" y="1794982"/>
                  </a:cubicBezTo>
                  <a:cubicBezTo>
                    <a:pt x="778770" y="1798129"/>
                    <a:pt x="742671" y="1796463"/>
                    <a:pt x="705832" y="1794240"/>
                  </a:cubicBezTo>
                  <a:cubicBezTo>
                    <a:pt x="659000" y="1791280"/>
                    <a:pt x="609756" y="1799979"/>
                    <a:pt x="569216" y="1831079"/>
                  </a:cubicBezTo>
                  <a:cubicBezTo>
                    <a:pt x="563292" y="1835708"/>
                    <a:pt x="554407" y="1837743"/>
                    <a:pt x="546631" y="1838854"/>
                  </a:cubicBezTo>
                  <a:cubicBezTo>
                    <a:pt x="509978" y="1843666"/>
                    <a:pt x="473139" y="1847000"/>
                    <a:pt x="436485" y="1852368"/>
                  </a:cubicBezTo>
                  <a:cubicBezTo>
                    <a:pt x="416492" y="1855330"/>
                    <a:pt x="395574" y="1857923"/>
                    <a:pt x="377434" y="1866067"/>
                  </a:cubicBezTo>
                  <a:cubicBezTo>
                    <a:pt x="359664" y="1874026"/>
                    <a:pt x="345407" y="1883468"/>
                    <a:pt x="334855" y="1866808"/>
                  </a:cubicBezTo>
                  <a:cubicBezTo>
                    <a:pt x="315977" y="1875694"/>
                    <a:pt x="299498" y="1883098"/>
                    <a:pt x="283396" y="1891057"/>
                  </a:cubicBezTo>
                  <a:cubicBezTo>
                    <a:pt x="277470" y="1894019"/>
                    <a:pt x="272471" y="1898833"/>
                    <a:pt x="266547" y="1901610"/>
                  </a:cubicBezTo>
                  <a:cubicBezTo>
                    <a:pt x="260252" y="1904572"/>
                    <a:pt x="253219" y="1906422"/>
                    <a:pt x="246370" y="1907903"/>
                  </a:cubicBezTo>
                  <a:cubicBezTo>
                    <a:pt x="215824" y="1914567"/>
                    <a:pt x="185280" y="1920676"/>
                    <a:pt x="154923" y="1927896"/>
                  </a:cubicBezTo>
                  <a:cubicBezTo>
                    <a:pt x="148997" y="1929377"/>
                    <a:pt x="143998" y="1935301"/>
                    <a:pt x="138630" y="1939188"/>
                  </a:cubicBezTo>
                  <a:cubicBezTo>
                    <a:pt x="135113" y="1941780"/>
                    <a:pt x="131597" y="1945668"/>
                    <a:pt x="127708" y="1946223"/>
                  </a:cubicBezTo>
                  <a:cubicBezTo>
                    <a:pt x="98089" y="1950666"/>
                    <a:pt x="68657" y="1955850"/>
                    <a:pt x="38853" y="1958071"/>
                  </a:cubicBezTo>
                  <a:lnTo>
                    <a:pt x="35679" y="1958561"/>
                  </a:lnTo>
                  <a:lnTo>
                    <a:pt x="0" y="1433717"/>
                  </a:lnTo>
                  <a:lnTo>
                    <a:pt x="42184" y="1423079"/>
                  </a:lnTo>
                  <a:cubicBezTo>
                    <a:pt x="83097" y="1411971"/>
                    <a:pt x="123452" y="1411971"/>
                    <a:pt x="164178" y="1425856"/>
                  </a:cubicBezTo>
                  <a:cubicBezTo>
                    <a:pt x="192871" y="1435666"/>
                    <a:pt x="222119" y="1435666"/>
                    <a:pt x="250628" y="1422338"/>
                  </a:cubicBezTo>
                  <a:cubicBezTo>
                    <a:pt x="265992" y="1415120"/>
                    <a:pt x="281728" y="1407715"/>
                    <a:pt x="298019" y="1403642"/>
                  </a:cubicBezTo>
                  <a:cubicBezTo>
                    <a:pt x="308570" y="1401049"/>
                    <a:pt x="320787" y="1403457"/>
                    <a:pt x="331894" y="1405494"/>
                  </a:cubicBezTo>
                  <a:cubicBezTo>
                    <a:pt x="353368" y="1409565"/>
                    <a:pt x="375582" y="1421969"/>
                    <a:pt x="395574" y="1418822"/>
                  </a:cubicBezTo>
                  <a:cubicBezTo>
                    <a:pt x="464625" y="1407715"/>
                    <a:pt x="529786" y="1433816"/>
                    <a:pt x="597169" y="1434557"/>
                  </a:cubicBezTo>
                  <a:cubicBezTo>
                    <a:pt x="627713" y="1434926"/>
                    <a:pt x="657888" y="1440850"/>
                    <a:pt x="679362" y="1409936"/>
                  </a:cubicBezTo>
                  <a:cubicBezTo>
                    <a:pt x="682137" y="1405863"/>
                    <a:pt x="695652" y="1408084"/>
                    <a:pt x="703982" y="1409381"/>
                  </a:cubicBezTo>
                  <a:cubicBezTo>
                    <a:pt x="722494" y="1412158"/>
                    <a:pt x="740821" y="1419191"/>
                    <a:pt x="759147" y="1419007"/>
                  </a:cubicBezTo>
                  <a:cubicBezTo>
                    <a:pt x="797097" y="1418822"/>
                    <a:pt x="835230" y="1415860"/>
                    <a:pt x="872994" y="1412527"/>
                  </a:cubicBezTo>
                  <a:cubicBezTo>
                    <a:pt x="887248" y="1411231"/>
                    <a:pt x="900948" y="1406234"/>
                    <a:pt x="915017" y="1402716"/>
                  </a:cubicBezTo>
                  <a:cubicBezTo>
                    <a:pt x="922791" y="1400680"/>
                    <a:pt x="931123" y="1395312"/>
                    <a:pt x="938341" y="1396421"/>
                  </a:cubicBezTo>
                  <a:cubicBezTo>
                    <a:pt x="980179" y="1402901"/>
                    <a:pt x="1018498" y="1386982"/>
                    <a:pt x="1058113" y="1379021"/>
                  </a:cubicBezTo>
                  <a:cubicBezTo>
                    <a:pt x="1076440" y="1375319"/>
                    <a:pt x="1093655" y="1366433"/>
                    <a:pt x="1111427" y="1360325"/>
                  </a:cubicBezTo>
                  <a:cubicBezTo>
                    <a:pt x="1116054" y="1358657"/>
                    <a:pt x="1121238" y="1357177"/>
                    <a:pt x="1125867" y="1357548"/>
                  </a:cubicBezTo>
                  <a:cubicBezTo>
                    <a:pt x="1152337" y="1359769"/>
                    <a:pt x="1178625" y="1362916"/>
                    <a:pt x="1204911" y="1365321"/>
                  </a:cubicBezTo>
                  <a:cubicBezTo>
                    <a:pt x="1228792" y="1367543"/>
                    <a:pt x="1252857" y="1368283"/>
                    <a:pt x="1264149" y="1395496"/>
                  </a:cubicBezTo>
                  <a:cubicBezTo>
                    <a:pt x="1265816" y="1399755"/>
                    <a:pt x="1271369" y="1402901"/>
                    <a:pt x="1275627" y="1405679"/>
                  </a:cubicBezTo>
                  <a:cubicBezTo>
                    <a:pt x="1341345" y="1448441"/>
                    <a:pt x="1376516" y="1447329"/>
                    <a:pt x="1440752" y="1402160"/>
                  </a:cubicBezTo>
                  <a:cubicBezTo>
                    <a:pt x="1447417" y="1397533"/>
                    <a:pt x="1461670" y="1394200"/>
                    <a:pt x="1466113" y="1397903"/>
                  </a:cubicBezTo>
                  <a:cubicBezTo>
                    <a:pt x="1503877" y="1428633"/>
                    <a:pt x="1545159" y="1425300"/>
                    <a:pt x="1588663" y="1415674"/>
                  </a:cubicBezTo>
                  <a:cubicBezTo>
                    <a:pt x="1599954" y="1413083"/>
                    <a:pt x="1615875" y="1413083"/>
                    <a:pt x="1624390" y="1419192"/>
                  </a:cubicBezTo>
                  <a:cubicBezTo>
                    <a:pt x="1664931" y="1447514"/>
                    <a:pt x="1708434" y="1443442"/>
                    <a:pt x="1752492" y="1435112"/>
                  </a:cubicBezTo>
                  <a:cubicBezTo>
                    <a:pt x="1759340" y="1433816"/>
                    <a:pt x="1767672" y="1426781"/>
                    <a:pt x="1770632" y="1420303"/>
                  </a:cubicBezTo>
                  <a:cubicBezTo>
                    <a:pt x="1781185" y="1397348"/>
                    <a:pt x="1800993" y="1389572"/>
                    <a:pt x="1822836" y="1383093"/>
                  </a:cubicBezTo>
                  <a:cubicBezTo>
                    <a:pt x="1857269" y="1372542"/>
                    <a:pt x="1891144" y="1360138"/>
                    <a:pt x="1925762" y="1350143"/>
                  </a:cubicBezTo>
                  <a:cubicBezTo>
                    <a:pt x="1934278" y="1347737"/>
                    <a:pt x="1944830" y="1349218"/>
                    <a:pt x="1953716" y="1351993"/>
                  </a:cubicBezTo>
                  <a:cubicBezTo>
                    <a:pt x="1984075" y="1361434"/>
                    <a:pt x="2003327" y="1385130"/>
                    <a:pt x="2024430" y="1406975"/>
                  </a:cubicBezTo>
                  <a:cubicBezTo>
                    <a:pt x="2033686" y="1416601"/>
                    <a:pt x="2046459" y="1423450"/>
                    <a:pt x="2058863" y="1429002"/>
                  </a:cubicBezTo>
                  <a:cubicBezTo>
                    <a:pt x="2091072" y="1443258"/>
                    <a:pt x="2124024" y="1456030"/>
                    <a:pt x="2156605" y="1469544"/>
                  </a:cubicBezTo>
                  <a:cubicBezTo>
                    <a:pt x="2159752" y="1470840"/>
                    <a:pt x="2162342" y="1474171"/>
                    <a:pt x="2164750" y="1476948"/>
                  </a:cubicBezTo>
                  <a:cubicBezTo>
                    <a:pt x="2188815" y="1506198"/>
                    <a:pt x="2212694" y="1535630"/>
                    <a:pt x="2236945" y="1564880"/>
                  </a:cubicBezTo>
                  <a:cubicBezTo>
                    <a:pt x="2241573" y="1570433"/>
                    <a:pt x="2248239" y="1574506"/>
                    <a:pt x="2253235" y="1579874"/>
                  </a:cubicBezTo>
                  <a:cubicBezTo>
                    <a:pt x="2260271" y="1587279"/>
                    <a:pt x="2269157" y="1594314"/>
                    <a:pt x="2272859" y="1603200"/>
                  </a:cubicBezTo>
                  <a:cubicBezTo>
                    <a:pt x="2284336" y="1631151"/>
                    <a:pt x="2306365" y="1643186"/>
                    <a:pt x="2334132" y="1648369"/>
                  </a:cubicBezTo>
                  <a:cubicBezTo>
                    <a:pt x="2359495" y="1653181"/>
                    <a:pt x="2384855" y="1657254"/>
                    <a:pt x="2410031" y="1662807"/>
                  </a:cubicBezTo>
                  <a:cubicBezTo>
                    <a:pt x="2440760" y="1669471"/>
                    <a:pt x="2471306" y="1676691"/>
                    <a:pt x="2501665" y="1684837"/>
                  </a:cubicBezTo>
                  <a:cubicBezTo>
                    <a:pt x="2514807" y="1688354"/>
                    <a:pt x="2528691" y="1692426"/>
                    <a:pt x="2539985" y="1699646"/>
                  </a:cubicBezTo>
                  <a:cubicBezTo>
                    <a:pt x="2571639" y="1719639"/>
                    <a:pt x="2605516" y="1733152"/>
                    <a:pt x="2642724" y="1727784"/>
                  </a:cubicBezTo>
                  <a:cubicBezTo>
                    <a:pt x="2672528" y="1723526"/>
                    <a:pt x="2697519" y="1734448"/>
                    <a:pt x="2716031" y="1751479"/>
                  </a:cubicBezTo>
                  <a:cubicBezTo>
                    <a:pt x="2749723" y="1782394"/>
                    <a:pt x="2785820" y="1775359"/>
                    <a:pt x="2821734" y="1765363"/>
                  </a:cubicBezTo>
                  <a:cubicBezTo>
                    <a:pt x="2840246" y="1760180"/>
                    <a:pt x="2855425" y="1760920"/>
                    <a:pt x="2873011" y="1765917"/>
                  </a:cubicBezTo>
                  <a:cubicBezTo>
                    <a:pt x="2913737" y="1777580"/>
                    <a:pt x="2940950" y="1809236"/>
                    <a:pt x="2967236" y="1837003"/>
                  </a:cubicBezTo>
                  <a:cubicBezTo>
                    <a:pt x="2989636" y="1860698"/>
                    <a:pt x="3014813" y="1874026"/>
                    <a:pt x="3042395" y="1884024"/>
                  </a:cubicBezTo>
                  <a:cubicBezTo>
                    <a:pt x="3077197" y="1896796"/>
                    <a:pt x="3104779" y="1891984"/>
                    <a:pt x="3121440" y="1861254"/>
                  </a:cubicBezTo>
                  <a:cubicBezTo>
                    <a:pt x="3126068" y="1852553"/>
                    <a:pt x="3134213" y="1842370"/>
                    <a:pt x="3142914" y="1839780"/>
                  </a:cubicBezTo>
                  <a:cubicBezTo>
                    <a:pt x="3184935" y="1826822"/>
                    <a:pt x="3227513" y="1807940"/>
                    <a:pt x="3272497" y="1819418"/>
                  </a:cubicBezTo>
                  <a:cubicBezTo>
                    <a:pt x="3334697" y="1835153"/>
                    <a:pt x="3395415" y="1834227"/>
                    <a:pt x="3457615" y="1818677"/>
                  </a:cubicBezTo>
                  <a:cubicBezTo>
                    <a:pt x="3558504" y="1793501"/>
                    <a:pt x="3659393" y="1766844"/>
                    <a:pt x="3765467" y="1772397"/>
                  </a:cubicBezTo>
                  <a:cubicBezTo>
                    <a:pt x="3783052" y="1773322"/>
                    <a:pt x="3803969" y="1762030"/>
                    <a:pt x="3819150" y="1750923"/>
                  </a:cubicBezTo>
                  <a:cubicBezTo>
                    <a:pt x="3848214" y="1729821"/>
                    <a:pt x="3846917" y="1728153"/>
                    <a:pt x="3879498" y="1745555"/>
                  </a:cubicBezTo>
                  <a:cubicBezTo>
                    <a:pt x="3887274" y="1749814"/>
                    <a:pt x="3896900" y="1752404"/>
                    <a:pt x="3902639" y="1758699"/>
                  </a:cubicBezTo>
                  <a:cubicBezTo>
                    <a:pt x="3931887" y="1790724"/>
                    <a:pt x="3967986" y="1782948"/>
                    <a:pt x="4003898" y="1778321"/>
                  </a:cubicBezTo>
                  <a:cubicBezTo>
                    <a:pt x="4010192" y="1777396"/>
                    <a:pt x="4017781" y="1776099"/>
                    <a:pt x="4023152" y="1778692"/>
                  </a:cubicBezTo>
                  <a:cubicBezTo>
                    <a:pt x="4047400" y="1790353"/>
                    <a:pt x="4067949" y="1786281"/>
                    <a:pt x="4089054" y="1770360"/>
                  </a:cubicBezTo>
                  <a:cubicBezTo>
                    <a:pt x="4107379" y="1756662"/>
                    <a:pt x="4128484" y="1748517"/>
                    <a:pt x="4150142" y="1765548"/>
                  </a:cubicBezTo>
                  <a:cubicBezTo>
                    <a:pt x="4198273" y="1803312"/>
                    <a:pt x="4249734" y="1805162"/>
                    <a:pt x="4304160" y="1781283"/>
                  </a:cubicBezTo>
                  <a:cubicBezTo>
                    <a:pt x="4343034" y="1764252"/>
                    <a:pt x="4381353" y="1760365"/>
                    <a:pt x="4422267" y="1777580"/>
                  </a:cubicBezTo>
                  <a:cubicBezTo>
                    <a:pt x="4438001" y="1784244"/>
                    <a:pt x="4458363" y="1779802"/>
                    <a:pt x="4476691" y="1781282"/>
                  </a:cubicBezTo>
                  <a:cubicBezTo>
                    <a:pt x="4487056" y="1782023"/>
                    <a:pt x="4498535" y="1782208"/>
                    <a:pt x="4507419" y="1786837"/>
                  </a:cubicBezTo>
                  <a:cubicBezTo>
                    <a:pt x="4531116" y="1798685"/>
                    <a:pt x="4553143" y="1813863"/>
                    <a:pt x="4577023" y="1825526"/>
                  </a:cubicBezTo>
                  <a:cubicBezTo>
                    <a:pt x="4588502" y="1831079"/>
                    <a:pt x="4602199" y="1834041"/>
                    <a:pt x="4615158" y="1834227"/>
                  </a:cubicBezTo>
                  <a:cubicBezTo>
                    <a:pt x="4653478" y="1835152"/>
                    <a:pt x="4691799" y="1835152"/>
                    <a:pt x="4729932" y="1833487"/>
                  </a:cubicBezTo>
                  <a:cubicBezTo>
                    <a:pt x="4792872" y="1830894"/>
                    <a:pt x="4856737" y="1830338"/>
                    <a:pt x="4902090" y="1775174"/>
                  </a:cubicBezTo>
                  <a:cubicBezTo>
                    <a:pt x="4905795" y="1770731"/>
                    <a:pt x="4913754" y="1768139"/>
                    <a:pt x="4920048" y="1767398"/>
                  </a:cubicBezTo>
                  <a:cubicBezTo>
                    <a:pt x="4949111" y="1763882"/>
                    <a:pt x="4978915" y="1763511"/>
                    <a:pt x="5007609" y="1757772"/>
                  </a:cubicBezTo>
                  <a:cubicBezTo>
                    <a:pt x="5030564" y="1753145"/>
                    <a:pt x="5049631" y="1754625"/>
                    <a:pt x="5067031" y="1770916"/>
                  </a:cubicBezTo>
                  <a:cubicBezTo>
                    <a:pt x="5089801" y="1792389"/>
                    <a:pt x="5117570" y="1804978"/>
                    <a:pt x="5147929" y="1798129"/>
                  </a:cubicBezTo>
                  <a:cubicBezTo>
                    <a:pt x="5178287" y="1791465"/>
                    <a:pt x="5198280" y="1805903"/>
                    <a:pt x="5220680" y="1820899"/>
                  </a:cubicBezTo>
                  <a:cubicBezTo>
                    <a:pt x="5236971" y="1831819"/>
                    <a:pt x="5255482" y="1845519"/>
                    <a:pt x="5273623" y="1846629"/>
                  </a:cubicBezTo>
                  <a:cubicBezTo>
                    <a:pt x="5314721" y="1849035"/>
                    <a:pt x="5350079" y="1887170"/>
                    <a:pt x="5394691" y="1865512"/>
                  </a:cubicBezTo>
                  <a:cubicBezTo>
                    <a:pt x="5397654" y="1864031"/>
                    <a:pt x="5403022" y="1867733"/>
                    <a:pt x="5407280" y="1868658"/>
                  </a:cubicBezTo>
                  <a:cubicBezTo>
                    <a:pt x="5441341" y="1875694"/>
                    <a:pt x="5473366" y="1868843"/>
                    <a:pt x="5498358" y="1845704"/>
                  </a:cubicBezTo>
                  <a:cubicBezTo>
                    <a:pt x="5531123" y="1815529"/>
                    <a:pt x="5567406" y="1812567"/>
                    <a:pt x="5607761" y="1822380"/>
                  </a:cubicBezTo>
                  <a:cubicBezTo>
                    <a:pt x="5620720" y="1825526"/>
                    <a:pt x="5633679" y="1827748"/>
                    <a:pt x="5646821" y="1830338"/>
                  </a:cubicBezTo>
                  <a:cubicBezTo>
                    <a:pt x="5664593" y="1834041"/>
                    <a:pt x="5682550" y="1837930"/>
                    <a:pt x="5700320" y="1841632"/>
                  </a:cubicBezTo>
                  <a:cubicBezTo>
                    <a:pt x="5717538" y="1845334"/>
                    <a:pt x="5736605" y="1851627"/>
                    <a:pt x="5749931" y="1835708"/>
                  </a:cubicBezTo>
                  <a:cubicBezTo>
                    <a:pt x="5761410" y="1822008"/>
                    <a:pt x="5769555" y="1823305"/>
                    <a:pt x="5780107" y="1835153"/>
                  </a:cubicBezTo>
                  <a:cubicBezTo>
                    <a:pt x="5816761" y="1876619"/>
                    <a:pt x="5861189" y="1902535"/>
                    <a:pt x="5917835" y="1904386"/>
                  </a:cubicBezTo>
                  <a:cubicBezTo>
                    <a:pt x="5929498" y="1904757"/>
                    <a:pt x="5941345" y="1907347"/>
                    <a:pt x="5952821" y="1910125"/>
                  </a:cubicBezTo>
                  <a:cubicBezTo>
                    <a:pt x="5959857" y="1911790"/>
                    <a:pt x="5968373" y="1913642"/>
                    <a:pt x="5972630" y="1918641"/>
                  </a:cubicBezTo>
                  <a:cubicBezTo>
                    <a:pt x="6005766" y="1956774"/>
                    <a:pt x="6047048" y="1983247"/>
                    <a:pt x="6092032" y="2004536"/>
                  </a:cubicBezTo>
                  <a:cubicBezTo>
                    <a:pt x="6108136" y="2012125"/>
                    <a:pt x="6125354" y="2019715"/>
                    <a:pt x="6142754" y="2021936"/>
                  </a:cubicBezTo>
                  <a:cubicBezTo>
                    <a:pt x="6160894" y="2024158"/>
                    <a:pt x="6179961" y="2020455"/>
                    <a:pt x="6198473" y="2018418"/>
                  </a:cubicBezTo>
                  <a:cubicBezTo>
                    <a:pt x="6209396" y="2017308"/>
                    <a:pt x="6221984" y="2017493"/>
                    <a:pt x="6230685" y="2012125"/>
                  </a:cubicBezTo>
                  <a:cubicBezTo>
                    <a:pt x="6258267" y="1995279"/>
                    <a:pt x="6284924" y="1977139"/>
                    <a:pt x="6310656" y="1957515"/>
                  </a:cubicBezTo>
                  <a:cubicBezTo>
                    <a:pt x="6332686" y="1940669"/>
                    <a:pt x="6337129" y="1938263"/>
                    <a:pt x="6356194" y="1959367"/>
                  </a:cubicBezTo>
                  <a:cubicBezTo>
                    <a:pt x="6375818" y="1981025"/>
                    <a:pt x="6400253" y="1992317"/>
                    <a:pt x="6427279" y="1996945"/>
                  </a:cubicBezTo>
                  <a:cubicBezTo>
                    <a:pt x="6470043" y="2004165"/>
                    <a:pt x="6513175" y="2010273"/>
                    <a:pt x="6556307" y="2013791"/>
                  </a:cubicBezTo>
                  <a:cubicBezTo>
                    <a:pt x="6595367" y="2016937"/>
                    <a:pt x="6614063" y="1999907"/>
                    <a:pt x="6621839" y="1961217"/>
                  </a:cubicBezTo>
                  <a:cubicBezTo>
                    <a:pt x="6626282" y="1939744"/>
                    <a:pt x="6632021" y="1916418"/>
                    <a:pt x="6655715" y="1910681"/>
                  </a:cubicBezTo>
                  <a:cubicBezTo>
                    <a:pt x="6694405" y="1901424"/>
                    <a:pt x="6734576" y="1897352"/>
                    <a:pt x="6753644" y="1851999"/>
                  </a:cubicBezTo>
                  <a:cubicBezTo>
                    <a:pt x="6764194" y="1861994"/>
                    <a:pt x="6770674" y="1867918"/>
                    <a:pt x="6776969" y="1873841"/>
                  </a:cubicBezTo>
                  <a:cubicBezTo>
                    <a:pt x="6794370" y="1890317"/>
                    <a:pt x="6830466" y="1897352"/>
                    <a:pt x="6848795" y="1883099"/>
                  </a:cubicBezTo>
                  <a:cubicBezTo>
                    <a:pt x="6875822" y="1862365"/>
                    <a:pt x="6900628" y="1866252"/>
                    <a:pt x="6926543" y="1882358"/>
                  </a:cubicBezTo>
                  <a:cubicBezTo>
                    <a:pt x="6969862" y="1909015"/>
                    <a:pt x="7018176" y="1902905"/>
                    <a:pt x="7062050" y="1892169"/>
                  </a:cubicBezTo>
                  <a:cubicBezTo>
                    <a:pt x="7095186" y="1884208"/>
                    <a:pt x="7130544" y="1869584"/>
                    <a:pt x="7152202" y="1836078"/>
                  </a:cubicBezTo>
                  <a:cubicBezTo>
                    <a:pt x="7159051" y="1825341"/>
                    <a:pt x="7174416" y="1819972"/>
                    <a:pt x="7186635" y="1812938"/>
                  </a:cubicBezTo>
                  <a:cubicBezTo>
                    <a:pt x="7196817" y="1807199"/>
                    <a:pt x="7207553" y="1801831"/>
                    <a:pt x="7218845" y="1798129"/>
                  </a:cubicBezTo>
                  <a:cubicBezTo>
                    <a:pt x="7230877" y="1794055"/>
                    <a:pt x="7244207" y="1788132"/>
                    <a:pt x="7256055" y="1789799"/>
                  </a:cubicBezTo>
                  <a:cubicBezTo>
                    <a:pt x="7291967" y="1794611"/>
                    <a:pt x="7320476" y="1785169"/>
                    <a:pt x="7345837" y="1758328"/>
                  </a:cubicBezTo>
                  <a:cubicBezTo>
                    <a:pt x="7358981" y="1744444"/>
                    <a:pt x="7378417" y="1727599"/>
                    <a:pt x="7395078" y="1727413"/>
                  </a:cubicBezTo>
                  <a:cubicBezTo>
                    <a:pt x="7435618" y="1726859"/>
                    <a:pt x="7469309" y="1713530"/>
                    <a:pt x="7505779" y="1697609"/>
                  </a:cubicBezTo>
                  <a:cubicBezTo>
                    <a:pt x="7529288" y="1687427"/>
                    <a:pt x="7555945" y="1680394"/>
                    <a:pt x="7581123" y="1670952"/>
                  </a:cubicBezTo>
                  <a:cubicBezTo>
                    <a:pt x="7610555" y="1659845"/>
                    <a:pt x="7642582" y="1655773"/>
                    <a:pt x="7660538" y="1625043"/>
                  </a:cubicBezTo>
                  <a:cubicBezTo>
                    <a:pt x="7662573" y="1621712"/>
                    <a:pt x="7668683" y="1621156"/>
                    <a:pt x="7671645" y="1618009"/>
                  </a:cubicBezTo>
                  <a:cubicBezTo>
                    <a:pt x="7681084" y="1608383"/>
                    <a:pt x="7693303" y="1599498"/>
                    <a:pt x="7698302" y="1587834"/>
                  </a:cubicBezTo>
                  <a:cubicBezTo>
                    <a:pt x="7712740" y="1553773"/>
                    <a:pt x="7724032" y="1518600"/>
                    <a:pt x="7736991" y="1483984"/>
                  </a:cubicBezTo>
                  <a:cubicBezTo>
                    <a:pt x="7739768" y="1476579"/>
                    <a:pt x="7742359" y="1467138"/>
                    <a:pt x="7748098" y="1462879"/>
                  </a:cubicBezTo>
                  <a:cubicBezTo>
                    <a:pt x="7781235" y="1438444"/>
                    <a:pt x="7814927" y="1414933"/>
                    <a:pt x="7848987" y="1391794"/>
                  </a:cubicBezTo>
                  <a:cubicBezTo>
                    <a:pt x="7862687" y="1382537"/>
                    <a:pt x="7874163" y="1387722"/>
                    <a:pt x="7886382" y="1398458"/>
                  </a:cubicBezTo>
                  <a:cubicBezTo>
                    <a:pt x="7898229" y="1408640"/>
                    <a:pt x="7912854" y="1419192"/>
                    <a:pt x="7927662" y="1421784"/>
                  </a:cubicBezTo>
                  <a:cubicBezTo>
                    <a:pt x="7957283" y="1426781"/>
                    <a:pt x="7988011" y="1427893"/>
                    <a:pt x="8018186" y="1427893"/>
                  </a:cubicBezTo>
                  <a:cubicBezTo>
                    <a:pt x="8029478" y="1427892"/>
                    <a:pt x="8041510" y="1421228"/>
                    <a:pt x="8052063" y="1415860"/>
                  </a:cubicBezTo>
                  <a:cubicBezTo>
                    <a:pt x="8072054" y="1405678"/>
                    <a:pt x="8090566" y="1391979"/>
                    <a:pt x="8111299" y="1383464"/>
                  </a:cubicBezTo>
                  <a:cubicBezTo>
                    <a:pt x="8135365" y="1373653"/>
                    <a:pt x="8149804" y="1357917"/>
                    <a:pt x="8157024" y="1333297"/>
                  </a:cubicBezTo>
                  <a:cubicBezTo>
                    <a:pt x="8167761" y="1296644"/>
                    <a:pt x="8193309" y="1271097"/>
                    <a:pt x="8223482" y="1250364"/>
                  </a:cubicBezTo>
                  <a:cubicBezTo>
                    <a:pt x="8261801" y="1223891"/>
                    <a:pt x="8307526" y="1225188"/>
                    <a:pt x="8351027" y="1218708"/>
                  </a:cubicBezTo>
                  <a:cubicBezTo>
                    <a:pt x="8367689" y="1216302"/>
                    <a:pt x="8384905" y="1214265"/>
                    <a:pt x="8400085" y="1208157"/>
                  </a:cubicBezTo>
                  <a:cubicBezTo>
                    <a:pt x="8457656" y="1185202"/>
                    <a:pt x="8515228" y="1163359"/>
                    <a:pt x="8578539" y="1163913"/>
                  </a:cubicBezTo>
                  <a:cubicBezTo>
                    <a:pt x="8583721" y="1163913"/>
                    <a:pt x="8588906" y="1163359"/>
                    <a:pt x="8594087" y="1162432"/>
                  </a:cubicBezTo>
                  <a:cubicBezTo>
                    <a:pt x="8639071" y="1154843"/>
                    <a:pt x="8685536" y="1151881"/>
                    <a:pt x="8717746" y="1111526"/>
                  </a:cubicBezTo>
                  <a:cubicBezTo>
                    <a:pt x="8723670" y="1104121"/>
                    <a:pt x="8737183" y="1101900"/>
                    <a:pt x="8747550" y="1098936"/>
                  </a:cubicBezTo>
                  <a:cubicBezTo>
                    <a:pt x="8765508" y="1094124"/>
                    <a:pt x="8777542" y="1084313"/>
                    <a:pt x="8784019" y="1066727"/>
                  </a:cubicBezTo>
                  <a:cubicBezTo>
                    <a:pt x="8794942" y="1036367"/>
                    <a:pt x="8807899" y="1006564"/>
                    <a:pt x="8817712" y="975833"/>
                  </a:cubicBezTo>
                  <a:cubicBezTo>
                    <a:pt x="8824561" y="954730"/>
                    <a:pt x="8837333" y="943068"/>
                    <a:pt x="8857141" y="934367"/>
                  </a:cubicBezTo>
                  <a:cubicBezTo>
                    <a:pt x="8868249" y="929554"/>
                    <a:pt x="8877875" y="919003"/>
                    <a:pt x="8885835" y="909191"/>
                  </a:cubicBezTo>
                  <a:cubicBezTo>
                    <a:pt x="8895461" y="897343"/>
                    <a:pt x="8900458" y="881608"/>
                    <a:pt x="8911009" y="871057"/>
                  </a:cubicBezTo>
                  <a:cubicBezTo>
                    <a:pt x="8936741" y="844769"/>
                    <a:pt x="8944702" y="815706"/>
                    <a:pt x="8936185" y="779794"/>
                  </a:cubicBezTo>
                  <a:cubicBezTo>
                    <a:pt x="8928596" y="747954"/>
                    <a:pt x="8948589" y="705376"/>
                    <a:pt x="8974877" y="698896"/>
                  </a:cubicBezTo>
                  <a:cubicBezTo>
                    <a:pt x="9003940" y="691677"/>
                    <a:pt x="9023932" y="673907"/>
                    <a:pt x="9044481" y="654099"/>
                  </a:cubicBezTo>
                  <a:cubicBezTo>
                    <a:pt x="9055957" y="642992"/>
                    <a:pt x="9072063" y="633365"/>
                    <a:pt x="9087613" y="630588"/>
                  </a:cubicBezTo>
                  <a:cubicBezTo>
                    <a:pt x="9146666" y="619852"/>
                    <a:pt x="9202387" y="632994"/>
                    <a:pt x="9258478" y="654284"/>
                  </a:cubicBezTo>
                  <a:cubicBezTo>
                    <a:pt x="9295130" y="668168"/>
                    <a:pt x="9335856" y="671870"/>
                    <a:pt x="9375101" y="677423"/>
                  </a:cubicBezTo>
                  <a:cubicBezTo>
                    <a:pt x="9387320" y="679088"/>
                    <a:pt x="9402870" y="675388"/>
                    <a:pt x="9413421" y="668537"/>
                  </a:cubicBezTo>
                  <a:cubicBezTo>
                    <a:pt x="9450445" y="644842"/>
                    <a:pt x="9487284" y="620407"/>
                    <a:pt x="9521715" y="593009"/>
                  </a:cubicBezTo>
                  <a:cubicBezTo>
                    <a:pt x="9553742" y="567279"/>
                    <a:pt x="9589838" y="556541"/>
                    <a:pt x="9628714" y="559319"/>
                  </a:cubicBezTo>
                  <a:cubicBezTo>
                    <a:pt x="9657037" y="561355"/>
                    <a:pt x="9682582" y="556726"/>
                    <a:pt x="9709239" y="549692"/>
                  </a:cubicBezTo>
                  <a:cubicBezTo>
                    <a:pt x="9731453" y="543769"/>
                    <a:pt x="9755889" y="539695"/>
                    <a:pt x="9778472" y="542288"/>
                  </a:cubicBezTo>
                  <a:cubicBezTo>
                    <a:pt x="9810128" y="545990"/>
                    <a:pt x="9836231" y="540622"/>
                    <a:pt x="9861592" y="521554"/>
                  </a:cubicBezTo>
                  <a:cubicBezTo>
                    <a:pt x="9875105" y="511372"/>
                    <a:pt x="9892507" y="506004"/>
                    <a:pt x="9908613" y="498969"/>
                  </a:cubicBezTo>
                  <a:cubicBezTo>
                    <a:pt x="9933417" y="488048"/>
                    <a:pt x="9959149" y="478792"/>
                    <a:pt x="9983398" y="466574"/>
                  </a:cubicBezTo>
                  <a:cubicBezTo>
                    <a:pt x="10009502" y="453616"/>
                    <a:pt x="10033381" y="435660"/>
                    <a:pt x="10060038" y="424553"/>
                  </a:cubicBezTo>
                  <a:cubicBezTo>
                    <a:pt x="10088732" y="412520"/>
                    <a:pt x="10107244" y="394193"/>
                    <a:pt x="10118905" y="365684"/>
                  </a:cubicBezTo>
                  <a:cubicBezTo>
                    <a:pt x="10126312" y="347728"/>
                    <a:pt x="10136492" y="328660"/>
                    <a:pt x="10150561" y="316072"/>
                  </a:cubicBezTo>
                  <a:cubicBezTo>
                    <a:pt x="10179626" y="290342"/>
                    <a:pt x="10213685" y="270348"/>
                    <a:pt x="10243306" y="244987"/>
                  </a:cubicBezTo>
                  <a:cubicBezTo>
                    <a:pt x="10284957" y="209444"/>
                    <a:pt x="10323462" y="171680"/>
                    <a:pt x="10327164" y="110961"/>
                  </a:cubicBezTo>
                  <a:cubicBezTo>
                    <a:pt x="10329199" y="77455"/>
                    <a:pt x="10346970" y="63202"/>
                    <a:pt x="10379738" y="55241"/>
                  </a:cubicBezTo>
                  <a:cubicBezTo>
                    <a:pt x="10390658" y="52650"/>
                    <a:pt x="10406210" y="47652"/>
                    <a:pt x="10409541" y="39507"/>
                  </a:cubicBezTo>
                  <a:cubicBezTo>
                    <a:pt x="10419537" y="15256"/>
                    <a:pt x="10440270" y="10444"/>
                    <a:pt x="10460263" y="817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88601879"/>
      </p:ext>
    </p:extLst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259</Words>
  <Application>Microsoft Office PowerPoint</Application>
  <PresentationFormat>Widescreen</PresentationFormat>
  <Paragraphs>39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AutoZenith </vt:lpstr>
      <vt:lpstr>Project Overview</vt:lpstr>
      <vt:lpstr>Team Members &amp; Roles</vt:lpstr>
      <vt:lpstr>Key Features of the Project</vt:lpstr>
      <vt:lpstr>Project Visuals</vt:lpstr>
      <vt:lpstr>Project Visuals</vt:lpstr>
      <vt:lpstr>Project Visuals</vt:lpstr>
      <vt:lpstr>Project Visuals</vt:lpstr>
      <vt:lpstr>Challenges Faced</vt:lpstr>
      <vt:lpstr>Solutions Implemented</vt:lpstr>
      <vt:lpstr>Team Collaboration</vt:lpstr>
      <vt:lpstr>Conclusion &amp;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Designing Training Project</dc:title>
  <dc:creator>Vishal Rajput</dc:creator>
  <cp:lastModifiedBy>Vishal Rajput</cp:lastModifiedBy>
  <cp:revision>117</cp:revision>
  <dcterms:created xsi:type="dcterms:W3CDTF">2024-11-11T05:30:01Z</dcterms:created>
  <dcterms:modified xsi:type="dcterms:W3CDTF">2024-11-11T06:10:53Z</dcterms:modified>
</cp:coreProperties>
</file>